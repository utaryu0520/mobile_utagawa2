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todo</a:t>
            </a:r>
            <a:r>
              <a:rPr kumimoji="1" lang="ja-JP" altLang="en-US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最優先する機能</a:t>
            </a:r>
            <a:endParaRPr lang="ja-JP" altLang="en-US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TODO</a:t>
            </a:r>
            <a:r>
              <a:rPr kumimoji="1" lang="ja-JP" altLang="en-US" sz="2800" dirty="0"/>
              <a:t>リストの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TODO</a:t>
            </a:r>
            <a:r>
              <a:rPr kumimoji="1" lang="ja-JP" altLang="en-US" sz="2800" dirty="0"/>
              <a:t>リストの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余裕があれば実装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1709371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日時設定</a:t>
            </a:r>
            <a:endParaRPr kumimoji="1" lang="en-US" altLang="ja-JP" sz="28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46560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dirty="0"/>
              <a:t>UI</a:t>
            </a:r>
            <a:r>
              <a:rPr kumimoji="1" lang="ja-JP" altLang="en-US" sz="2800" dirty="0"/>
              <a:t>の工夫</a:t>
            </a:r>
            <a:endParaRPr kumimoji="1" lang="en-US" altLang="ja-JP" sz="28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76026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カテゴリの</a:t>
            </a:r>
            <a:endParaRPr kumimoji="1" lang="en-US" altLang="ja-JP" sz="2800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dirty="0"/>
              <a:t>設定・区分</a:t>
            </a:r>
            <a:endParaRPr kumimoji="1"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809456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48</TotalTime>
  <Words>32</Words>
  <Application>Microsoft Office PowerPoint</Application>
  <PresentationFormat>ワイド画面</PresentationFormat>
  <Paragraphs>12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6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4</cp:revision>
  <dcterms:created xsi:type="dcterms:W3CDTF">2026-05-13T01:49:33Z</dcterms:created>
  <dcterms:modified xsi:type="dcterms:W3CDTF">2026-05-13T07:02:41Z</dcterms:modified>
</cp:coreProperties>
</file>