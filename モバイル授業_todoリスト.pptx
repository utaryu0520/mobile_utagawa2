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3" r:id="rId3"/>
    <p:sldId id="260" r:id="rId4"/>
    <p:sldId id="261" r:id="rId5"/>
    <p:sldId id="268" r:id="rId6"/>
    <p:sldId id="264" r:id="rId7"/>
    <p:sldId id="266" r:id="rId8"/>
    <p:sldId id="267" r:id="rId9"/>
    <p:sldId id="265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5" d="100"/>
          <a:sy n="65" d="100"/>
        </p:scale>
        <p:origin x="72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898ACB73-228B-4573-B2A8-EEAE64393BA5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7379368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650014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セクション見出し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98ACB73-228B-4573-B2A8-EEAE64393BA5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320539962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21513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396029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90994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30458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98ACB73-228B-4573-B2A8-EEAE64393BA5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744610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98ACB73-228B-4573-B2A8-EEAE64393BA5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0198529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925328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ACB73-228B-4573-B2A8-EEAE64393BA5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523709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898ACB73-228B-4573-B2A8-EEAE64393BA5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C0230AD8-E8AE-4279-8B43-53EA3F76DDC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7877936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kumimoji="1"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kumimoji="1"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kumimoji="1"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kumimoji="1"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8C6795B-7EBC-A50E-B78B-129DF68AC4F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ja-JP" sz="8000" b="1" dirty="0" err="1"/>
              <a:t>todo</a:t>
            </a:r>
            <a:r>
              <a:rPr kumimoji="1" lang="ja-JP" altLang="en-US" b="1" dirty="0"/>
              <a:t>リスト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53C72D3-E388-0529-3459-1D56CC5A7D0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ja-JP" altLang="en-US" b="1" dirty="0"/>
              <a:t>宇田川竜聖</a:t>
            </a:r>
          </a:p>
        </p:txBody>
      </p:sp>
    </p:spTree>
    <p:extLst>
      <p:ext uri="{BB962C8B-B14F-4D97-AF65-F5344CB8AC3E}">
        <p14:creationId xmlns:p14="http://schemas.microsoft.com/office/powerpoint/2010/main" val="27768269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F297D-E9BE-6642-5412-B960E9D0D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0B5F012-68D5-5D0A-9532-0E5EEA5C14D0}"/>
              </a:ext>
            </a:extLst>
          </p:cNvPr>
          <p:cNvSpPr txBox="1">
            <a:spLocks/>
          </p:cNvSpPr>
          <p:nvPr/>
        </p:nvSpPr>
        <p:spPr>
          <a:xfrm>
            <a:off x="5448607" y="528485"/>
            <a:ext cx="1294785" cy="759542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kumimoji="1"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93FE242-F0FA-C9E2-97BA-18FE1820C3EE}"/>
              </a:ext>
            </a:extLst>
          </p:cNvPr>
          <p:cNvSpPr txBox="1"/>
          <p:nvPr/>
        </p:nvSpPr>
        <p:spPr>
          <a:xfrm>
            <a:off x="1238611" y="1011991"/>
            <a:ext cx="746871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 b="1" dirty="0"/>
              <a:t>・</a:t>
            </a:r>
            <a:r>
              <a:rPr kumimoji="1" lang="ja-JP" altLang="en-US" sz="4400" b="1" dirty="0"/>
              <a:t>私自身が予定の管理が苦手</a:t>
            </a:r>
            <a:endParaRPr kumimoji="1" lang="ja-JP" altLang="en-US" sz="4000" b="1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7F68445-83C4-8083-15E9-A3828FCAB235}"/>
              </a:ext>
            </a:extLst>
          </p:cNvPr>
          <p:cNvSpPr txBox="1"/>
          <p:nvPr/>
        </p:nvSpPr>
        <p:spPr>
          <a:xfrm>
            <a:off x="1238611" y="5076567"/>
            <a:ext cx="752000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400" b="1" dirty="0"/>
              <a:t>・「シンプルさ」を意識した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7817B32-378F-2AE9-038E-2F501F80C8C6}"/>
              </a:ext>
            </a:extLst>
          </p:cNvPr>
          <p:cNvSpPr txBox="1"/>
          <p:nvPr/>
        </p:nvSpPr>
        <p:spPr>
          <a:xfrm>
            <a:off x="1238611" y="3044279"/>
            <a:ext cx="1028999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000" b="1" dirty="0"/>
              <a:t>・</a:t>
            </a:r>
            <a:r>
              <a:rPr kumimoji="1" lang="ja-JP" altLang="en-US" sz="4400" b="1" dirty="0"/>
              <a:t>使いやすい予定管理アプリが作りたい</a:t>
            </a:r>
            <a:endParaRPr kumimoji="1" lang="ja-JP" alt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1552576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2918395-B7EF-9787-1C1B-77253858D2BB}"/>
              </a:ext>
            </a:extLst>
          </p:cNvPr>
          <p:cNvSpPr txBox="1">
            <a:spLocks/>
          </p:cNvSpPr>
          <p:nvPr/>
        </p:nvSpPr>
        <p:spPr>
          <a:xfrm>
            <a:off x="4037371" y="449826"/>
            <a:ext cx="4117258" cy="759542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kumimoji="1"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b="1" dirty="0"/>
              <a:t>最優先する機能</a:t>
            </a:r>
          </a:p>
        </p:txBody>
      </p:sp>
      <p:sp>
        <p:nvSpPr>
          <p:cNvPr id="3" name="楕円 2">
            <a:extLst>
              <a:ext uri="{FF2B5EF4-FFF2-40B4-BE49-F238E27FC236}">
                <a16:creationId xmlns:a16="http://schemas.microsoft.com/office/drawing/2014/main" id="{CD50E7C0-42A0-36AE-E07B-CA7128156EED}"/>
              </a:ext>
            </a:extLst>
          </p:cNvPr>
          <p:cNvSpPr/>
          <p:nvPr/>
        </p:nvSpPr>
        <p:spPr>
          <a:xfrm>
            <a:off x="1893242" y="2099188"/>
            <a:ext cx="3600000" cy="360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en-US" altLang="ja-JP" sz="2800" b="1" dirty="0"/>
              <a:t>TODO</a:t>
            </a:r>
            <a:r>
              <a:rPr kumimoji="1" lang="ja-JP" altLang="en-US" sz="2800" b="1" dirty="0"/>
              <a:t>リストの</a:t>
            </a:r>
            <a:endParaRPr kumimoji="1" lang="en-US" altLang="ja-JP" sz="2800" b="1" dirty="0"/>
          </a:p>
          <a:p>
            <a:pPr algn="ctr">
              <a:lnSpc>
                <a:spcPct val="150000"/>
              </a:lnSpc>
            </a:pPr>
            <a:r>
              <a:rPr kumimoji="1" lang="ja-JP" altLang="en-US" sz="2800" b="1" dirty="0"/>
              <a:t>追加・削除</a:t>
            </a:r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5E5DFFAA-5BC0-78F5-1EDC-3C574AD8ED0B}"/>
              </a:ext>
            </a:extLst>
          </p:cNvPr>
          <p:cNvSpPr/>
          <p:nvPr/>
        </p:nvSpPr>
        <p:spPr>
          <a:xfrm>
            <a:off x="7004090" y="2099188"/>
            <a:ext cx="3600000" cy="360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en-US" altLang="ja-JP" sz="2800" b="1" dirty="0"/>
              <a:t>TODO</a:t>
            </a:r>
            <a:r>
              <a:rPr kumimoji="1" lang="ja-JP" altLang="en-US" sz="2800" b="1" dirty="0"/>
              <a:t>リストの</a:t>
            </a:r>
            <a:endParaRPr kumimoji="1" lang="en-US" altLang="ja-JP" sz="2800" b="1" dirty="0"/>
          </a:p>
          <a:p>
            <a:pPr algn="ctr">
              <a:lnSpc>
                <a:spcPct val="150000"/>
              </a:lnSpc>
            </a:pPr>
            <a:r>
              <a:rPr kumimoji="1" lang="ja-JP" altLang="en-US" sz="2800" b="1" dirty="0"/>
              <a:t>保存</a:t>
            </a:r>
          </a:p>
        </p:txBody>
      </p:sp>
    </p:spTree>
    <p:extLst>
      <p:ext uri="{BB962C8B-B14F-4D97-AF65-F5344CB8AC3E}">
        <p14:creationId xmlns:p14="http://schemas.microsoft.com/office/powerpoint/2010/main" val="30160997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1C5AB-A551-3D72-90EE-73F806C06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D5749F-944D-A0AC-7F03-342EA101893E}"/>
              </a:ext>
            </a:extLst>
          </p:cNvPr>
          <p:cNvSpPr txBox="1">
            <a:spLocks/>
          </p:cNvSpPr>
          <p:nvPr/>
        </p:nvSpPr>
        <p:spPr>
          <a:xfrm>
            <a:off x="4827314" y="410497"/>
            <a:ext cx="2537371" cy="759542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kumimoji="1"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b="1" dirty="0"/>
              <a:t>随時実装</a:t>
            </a:r>
          </a:p>
        </p:txBody>
      </p:sp>
      <p:sp>
        <p:nvSpPr>
          <p:cNvPr id="3" name="楕円 2">
            <a:extLst>
              <a:ext uri="{FF2B5EF4-FFF2-40B4-BE49-F238E27FC236}">
                <a16:creationId xmlns:a16="http://schemas.microsoft.com/office/drawing/2014/main" id="{D221B393-2508-5E7B-9BC6-8FCEFE10769D}"/>
              </a:ext>
            </a:extLst>
          </p:cNvPr>
          <p:cNvSpPr/>
          <p:nvPr/>
        </p:nvSpPr>
        <p:spPr>
          <a:xfrm>
            <a:off x="814742" y="1209368"/>
            <a:ext cx="2880000" cy="288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ja-JP" altLang="en-US" sz="2800" b="1" dirty="0"/>
              <a:t>日時設定</a:t>
            </a:r>
            <a:endParaRPr kumimoji="1" lang="en-US" altLang="ja-JP" sz="2800" b="1" dirty="0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69A54F0B-805E-A746-9B64-412143FE56E7}"/>
              </a:ext>
            </a:extLst>
          </p:cNvPr>
          <p:cNvSpPr/>
          <p:nvPr/>
        </p:nvSpPr>
        <p:spPr>
          <a:xfrm>
            <a:off x="3694742" y="3764640"/>
            <a:ext cx="2880000" cy="288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ja-JP" altLang="en-US" sz="2000" b="1" dirty="0"/>
              <a:t>アカウント機能</a:t>
            </a:r>
            <a:endParaRPr kumimoji="1" lang="en-US" altLang="ja-JP" sz="2000" b="1" dirty="0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43603B06-72ED-30E9-D9B1-0650F73D763D}"/>
              </a:ext>
            </a:extLst>
          </p:cNvPr>
          <p:cNvSpPr/>
          <p:nvPr/>
        </p:nvSpPr>
        <p:spPr>
          <a:xfrm>
            <a:off x="6578429" y="1209368"/>
            <a:ext cx="2880000" cy="288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ja-JP" altLang="en-US" sz="2800" b="1" dirty="0"/>
              <a:t>カテゴリの</a:t>
            </a:r>
            <a:endParaRPr kumimoji="1" lang="en-US" altLang="ja-JP" sz="2800" b="1" dirty="0"/>
          </a:p>
          <a:p>
            <a:pPr algn="ctr">
              <a:lnSpc>
                <a:spcPct val="150000"/>
              </a:lnSpc>
            </a:pPr>
            <a:r>
              <a:rPr kumimoji="1" lang="ja-JP" altLang="en-US" sz="2800" b="1" dirty="0"/>
              <a:t>設定・区分</a:t>
            </a:r>
            <a:endParaRPr kumimoji="1" lang="en-US" altLang="ja-JP" sz="2800" b="1" dirty="0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BF7EC4BC-6101-AA91-DA49-D560BF15C8FF}"/>
              </a:ext>
            </a:extLst>
          </p:cNvPr>
          <p:cNvSpPr/>
          <p:nvPr/>
        </p:nvSpPr>
        <p:spPr>
          <a:xfrm>
            <a:off x="9115800" y="3764640"/>
            <a:ext cx="2880000" cy="288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ja-JP" altLang="en-US" sz="2800" b="1" dirty="0"/>
              <a:t>ソート機能</a:t>
            </a:r>
            <a:endParaRPr kumimoji="1" lang="en-US" altLang="ja-JP" sz="2800" b="1" dirty="0"/>
          </a:p>
        </p:txBody>
      </p:sp>
    </p:spTree>
    <p:extLst>
      <p:ext uri="{BB962C8B-B14F-4D97-AF65-F5344CB8AC3E}">
        <p14:creationId xmlns:p14="http://schemas.microsoft.com/office/powerpoint/2010/main" val="2350854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7" grpId="0" animBg="1"/>
      <p:bldP spid="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219D8-B9CD-06AE-8F82-464D8E8D58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859D81-6A05-7CAA-305B-3706D2BC0EFE}"/>
              </a:ext>
            </a:extLst>
          </p:cNvPr>
          <p:cNvSpPr txBox="1">
            <a:spLocks/>
          </p:cNvSpPr>
          <p:nvPr/>
        </p:nvSpPr>
        <p:spPr>
          <a:xfrm>
            <a:off x="3183808" y="508819"/>
            <a:ext cx="5824384" cy="759542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kumimoji="1"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b="1" dirty="0"/>
              <a:t>実装できなかった機能</a:t>
            </a:r>
          </a:p>
        </p:txBody>
      </p:sp>
      <p:sp>
        <p:nvSpPr>
          <p:cNvPr id="3" name="楕円 2">
            <a:extLst>
              <a:ext uri="{FF2B5EF4-FFF2-40B4-BE49-F238E27FC236}">
                <a16:creationId xmlns:a16="http://schemas.microsoft.com/office/drawing/2014/main" id="{46941E49-BE74-E401-B17A-683F87754CDC}"/>
              </a:ext>
            </a:extLst>
          </p:cNvPr>
          <p:cNvSpPr/>
          <p:nvPr/>
        </p:nvSpPr>
        <p:spPr>
          <a:xfrm>
            <a:off x="4296000" y="1835477"/>
            <a:ext cx="3600000" cy="3600000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kumimoji="1" lang="ja-JP" altLang="en-US" sz="2800" b="1" dirty="0"/>
              <a:t>通知設定</a:t>
            </a:r>
          </a:p>
        </p:txBody>
      </p:sp>
    </p:spTree>
    <p:extLst>
      <p:ext uri="{BB962C8B-B14F-4D97-AF65-F5344CB8AC3E}">
        <p14:creationId xmlns:p14="http://schemas.microsoft.com/office/powerpoint/2010/main" val="3535540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7F40B-0DCA-8276-6D62-2C3AADFC2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E86ADDE-E18E-17C3-DB9A-72D2337013A4}"/>
              </a:ext>
            </a:extLst>
          </p:cNvPr>
          <p:cNvSpPr txBox="1">
            <a:spLocks/>
          </p:cNvSpPr>
          <p:nvPr/>
        </p:nvSpPr>
        <p:spPr>
          <a:xfrm>
            <a:off x="4437485" y="521464"/>
            <a:ext cx="4131393" cy="759542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kumimoji="1"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b="1" dirty="0"/>
              <a:t>アプリの使い方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6281983-FAB1-AE10-A205-12A7FE163574}"/>
              </a:ext>
            </a:extLst>
          </p:cNvPr>
          <p:cNvSpPr txBox="1"/>
          <p:nvPr/>
        </p:nvSpPr>
        <p:spPr>
          <a:xfrm>
            <a:off x="927520" y="2079523"/>
            <a:ext cx="111513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b="1" dirty="0"/>
              <a:t>・内容、日時</a:t>
            </a:r>
            <a:r>
              <a:rPr kumimoji="1" lang="en-US" altLang="ja-JP" sz="2800" b="1" dirty="0"/>
              <a:t>(</a:t>
            </a:r>
            <a:r>
              <a:rPr kumimoji="1" lang="ja-JP" altLang="en-US" sz="2800" b="1" dirty="0"/>
              <a:t>任意</a:t>
            </a:r>
            <a:r>
              <a:rPr kumimoji="1" lang="en-US" altLang="ja-JP" sz="2800" b="1" dirty="0"/>
              <a:t>)</a:t>
            </a:r>
            <a:r>
              <a:rPr kumimoji="1" lang="ja-JP" altLang="en-US" sz="2800" b="1" dirty="0"/>
              <a:t>、カテゴリ</a:t>
            </a:r>
            <a:r>
              <a:rPr kumimoji="1" lang="en-US" altLang="ja-JP" sz="2800" b="1" dirty="0"/>
              <a:t>(</a:t>
            </a:r>
            <a:r>
              <a:rPr kumimoji="1" lang="ja-JP" altLang="en-US" sz="2800" b="1" dirty="0"/>
              <a:t>任意</a:t>
            </a:r>
            <a:r>
              <a:rPr kumimoji="1" lang="en-US" altLang="ja-JP" sz="2800" b="1" dirty="0"/>
              <a:t>)</a:t>
            </a:r>
            <a:r>
              <a:rPr kumimoji="1" lang="ja-JP" altLang="en-US" sz="2800" b="1" dirty="0"/>
              <a:t>を設定して、</a:t>
            </a:r>
            <a:r>
              <a:rPr kumimoji="1" lang="en-US" altLang="ja-JP" sz="2800" b="1" dirty="0"/>
              <a:t>TODO</a:t>
            </a:r>
            <a:r>
              <a:rPr kumimoji="1" lang="ja-JP" altLang="en-US" sz="2800" b="1" dirty="0"/>
              <a:t>リストに追加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AB3F3D26-2DC1-AA83-2D71-BC3A451BAC8F}"/>
              </a:ext>
            </a:extLst>
          </p:cNvPr>
          <p:cNvSpPr txBox="1"/>
          <p:nvPr/>
        </p:nvSpPr>
        <p:spPr>
          <a:xfrm>
            <a:off x="932425" y="3767158"/>
            <a:ext cx="91614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b="1" dirty="0"/>
              <a:t>・リストは新しい順、古い順、日時順、名前順にソート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0F64986-CC73-3548-A1EF-352749189D7B}"/>
              </a:ext>
            </a:extLst>
          </p:cNvPr>
          <p:cNvSpPr txBox="1"/>
          <p:nvPr/>
        </p:nvSpPr>
        <p:spPr>
          <a:xfrm>
            <a:off x="932425" y="5454793"/>
            <a:ext cx="55707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b="1" dirty="0"/>
              <a:t>・カテゴリ毎に絞り込みもできる</a:t>
            </a:r>
          </a:p>
        </p:txBody>
      </p:sp>
    </p:spTree>
    <p:extLst>
      <p:ext uri="{BB962C8B-B14F-4D97-AF65-F5344CB8AC3E}">
        <p14:creationId xmlns:p14="http://schemas.microsoft.com/office/powerpoint/2010/main" val="33829734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3FAD635-FD64-A676-843B-FB092A60FF3D}"/>
              </a:ext>
            </a:extLst>
          </p:cNvPr>
          <p:cNvSpPr txBox="1"/>
          <p:nvPr/>
        </p:nvSpPr>
        <p:spPr>
          <a:xfrm>
            <a:off x="3951823" y="2767280"/>
            <a:ext cx="4288353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8000" b="1" dirty="0"/>
              <a:t>実機説明</a:t>
            </a:r>
          </a:p>
        </p:txBody>
      </p:sp>
    </p:spTree>
    <p:extLst>
      <p:ext uri="{BB962C8B-B14F-4D97-AF65-F5344CB8AC3E}">
        <p14:creationId xmlns:p14="http://schemas.microsoft.com/office/powerpoint/2010/main" val="16092749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491B6-7374-3301-CACE-0ED8431A4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3D9376E-2F96-D894-865E-EA38984CD13F}"/>
              </a:ext>
            </a:extLst>
          </p:cNvPr>
          <p:cNvSpPr txBox="1">
            <a:spLocks/>
          </p:cNvSpPr>
          <p:nvPr/>
        </p:nvSpPr>
        <p:spPr>
          <a:xfrm>
            <a:off x="5146265" y="446847"/>
            <a:ext cx="1899470" cy="759542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9000"/>
              </a:lnSpc>
              <a:spcBef>
                <a:spcPct val="0"/>
              </a:spcBef>
              <a:buNone/>
              <a:defRPr kumimoji="1" sz="4400" kern="12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b="1" dirty="0"/>
              <a:t>まとめ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3A9E1F0-6E06-67C9-35F5-9FFC90BFADE5}"/>
              </a:ext>
            </a:extLst>
          </p:cNvPr>
          <p:cNvSpPr txBox="1"/>
          <p:nvPr/>
        </p:nvSpPr>
        <p:spPr>
          <a:xfrm>
            <a:off x="932426" y="2204218"/>
            <a:ext cx="955859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/>
              <a:t>・自分が求めるアプリに仕上がったので満足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05085C8-E2B1-5A7E-4E55-B16F6F152925}"/>
              </a:ext>
            </a:extLst>
          </p:cNvPr>
          <p:cNvSpPr txBox="1"/>
          <p:nvPr/>
        </p:nvSpPr>
        <p:spPr>
          <a:xfrm>
            <a:off x="923413" y="4317764"/>
            <a:ext cx="103451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600" b="1" dirty="0"/>
              <a:t>・通知機能を実装できなかったのは残念</a:t>
            </a:r>
            <a:endParaRPr kumimoji="1" lang="en-US" altLang="ja-JP" sz="3600" b="1" dirty="0"/>
          </a:p>
        </p:txBody>
      </p:sp>
    </p:spTree>
    <p:extLst>
      <p:ext uri="{BB962C8B-B14F-4D97-AF65-F5344CB8AC3E}">
        <p14:creationId xmlns:p14="http://schemas.microsoft.com/office/powerpoint/2010/main" val="7105712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55C96AD-CEFA-9B09-521A-E6DC813362A9}"/>
              </a:ext>
            </a:extLst>
          </p:cNvPr>
          <p:cNvSpPr txBox="1"/>
          <p:nvPr/>
        </p:nvSpPr>
        <p:spPr>
          <a:xfrm>
            <a:off x="947830" y="2921168"/>
            <a:ext cx="1095684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6000" b="1" dirty="0"/>
              <a:t>ご清聴ありがとうございました</a:t>
            </a:r>
          </a:p>
        </p:txBody>
      </p:sp>
    </p:spTree>
    <p:extLst>
      <p:ext uri="{BB962C8B-B14F-4D97-AF65-F5344CB8AC3E}">
        <p14:creationId xmlns:p14="http://schemas.microsoft.com/office/powerpoint/2010/main" val="478292780"/>
      </p:ext>
    </p:extLst>
  </p:cSld>
  <p:clrMapOvr>
    <a:masterClrMapping/>
  </p:clrMapOvr>
</p:sld>
</file>

<file path=ppt/theme/theme1.xml><?xml version="1.0" encoding="utf-8"?>
<a:theme xmlns:a="http://schemas.openxmlformats.org/drawingml/2006/main" name="トリミング">
  <a:themeElements>
    <a:clrScheme name="トリミング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トリミング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トリミング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TM10001105[[fn=トリミング]]</Template>
  <TotalTime>196</TotalTime>
  <Words>130</Words>
  <Application>Microsoft Office PowerPoint</Application>
  <PresentationFormat>ワイド画面</PresentationFormat>
  <Paragraphs>27</Paragraphs>
  <Slides>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1" baseType="lpstr">
      <vt:lpstr>Franklin Gothic Book</vt:lpstr>
      <vt:lpstr>トリミング</vt:lpstr>
      <vt:lpstr>todoリスト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宇田川 竜聖(zeal23410138)</dc:creator>
  <cp:lastModifiedBy>宇田川 竜聖(zeal23410138)</cp:lastModifiedBy>
  <cp:revision>12</cp:revision>
  <dcterms:created xsi:type="dcterms:W3CDTF">2026-05-13T01:49:33Z</dcterms:created>
  <dcterms:modified xsi:type="dcterms:W3CDTF">2026-07-01T04:44:39Z</dcterms:modified>
</cp:coreProperties>
</file>