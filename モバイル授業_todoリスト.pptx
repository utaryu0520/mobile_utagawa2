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Lst>
  <p:sldSz cx="12192000" cy="6858000"/>
  <p:notesSz cx="6858000" cy="9144000"/>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4660"/>
  </p:normalViewPr>
  <p:slideViewPr>
    <p:cSldViewPr snapToGrid="0">
      <p:cViewPr varScale="1">
        <p:scale>
          <a:sx n="65" d="100"/>
          <a:sy n="65" d="100"/>
        </p:scale>
        <p:origin x="724" y="60"/>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3" Type="http://schemas.openxmlformats.org/officeDocument/2006/relationships/slide" Target="slides/slide2.xml"/><Relationship Id="rId7" Type="http://schemas.openxmlformats.org/officeDocument/2006/relationships/tableStyles" Target="tableStyle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theme" Target="theme/theme1.xml"/><Relationship Id="rId5" Type="http://schemas.openxmlformats.org/officeDocument/2006/relationships/viewProps" Target="viewProps.xml"/><Relationship Id="rId4" Type="http://schemas.openxmlformats.org/officeDocument/2006/relationships/presProps" Target="pres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タイトル スライド">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4FCDCE9F-C631-0889-CBD3-92347F0825D7}"/>
              </a:ext>
            </a:extLst>
          </p:cNvPr>
          <p:cNvSpPr>
            <a:spLocks noGrp="1"/>
          </p:cNvSpPr>
          <p:nvPr>
            <p:ph type="ctrTitle"/>
          </p:nvPr>
        </p:nvSpPr>
        <p:spPr>
          <a:xfrm>
            <a:off x="1524000" y="1122363"/>
            <a:ext cx="9144000" cy="2387600"/>
          </a:xfrm>
        </p:spPr>
        <p:txBody>
          <a:bodyPr anchor="b"/>
          <a:lstStyle>
            <a:lvl1pPr algn="ctr">
              <a:defRPr sz="6000"/>
            </a:lvl1pPr>
          </a:lstStyle>
          <a:p>
            <a:r>
              <a:rPr kumimoji="1" lang="ja-JP" altLang="en-US"/>
              <a:t>マスター タイトルの書式設定</a:t>
            </a:r>
          </a:p>
        </p:txBody>
      </p:sp>
      <p:sp>
        <p:nvSpPr>
          <p:cNvPr id="3" name="字幕 2">
            <a:extLst>
              <a:ext uri="{FF2B5EF4-FFF2-40B4-BE49-F238E27FC236}">
                <a16:creationId xmlns:a16="http://schemas.microsoft.com/office/drawing/2014/main" id="{510F79F2-CB7B-9B8D-818D-698FE7221711}"/>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kumimoji="1" lang="ja-JP" altLang="en-US"/>
              <a:t>マスター サブタイトルの書式設定</a:t>
            </a:r>
          </a:p>
        </p:txBody>
      </p:sp>
      <p:sp>
        <p:nvSpPr>
          <p:cNvPr id="4" name="日付プレースホルダー 3">
            <a:extLst>
              <a:ext uri="{FF2B5EF4-FFF2-40B4-BE49-F238E27FC236}">
                <a16:creationId xmlns:a16="http://schemas.microsoft.com/office/drawing/2014/main" id="{7A862E09-2865-8FA5-A5AD-F0BEA954FF13}"/>
              </a:ext>
            </a:extLst>
          </p:cNvPr>
          <p:cNvSpPr>
            <a:spLocks noGrp="1"/>
          </p:cNvSpPr>
          <p:nvPr>
            <p:ph type="dt" sz="half" idx="10"/>
          </p:nvPr>
        </p:nvSpPr>
        <p:spPr/>
        <p:txBody>
          <a:bodyPr/>
          <a:lstStyle/>
          <a:p>
            <a:fld id="{898ACB73-228B-4573-B2A8-EEAE64393BA5}" type="datetimeFigureOut">
              <a:rPr kumimoji="1" lang="ja-JP" altLang="en-US" smtClean="0"/>
              <a:t>2026/5/13</a:t>
            </a:fld>
            <a:endParaRPr kumimoji="1" lang="ja-JP" altLang="en-US"/>
          </a:p>
        </p:txBody>
      </p:sp>
      <p:sp>
        <p:nvSpPr>
          <p:cNvPr id="5" name="フッター プレースホルダー 4">
            <a:extLst>
              <a:ext uri="{FF2B5EF4-FFF2-40B4-BE49-F238E27FC236}">
                <a16:creationId xmlns:a16="http://schemas.microsoft.com/office/drawing/2014/main" id="{0F778F45-E754-8A01-EFDD-9D98C8E4FB81}"/>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EA42CE00-D522-0AFB-1CBB-A3EE90506E25}"/>
              </a:ext>
            </a:extLst>
          </p:cNvPr>
          <p:cNvSpPr>
            <a:spLocks noGrp="1"/>
          </p:cNvSpPr>
          <p:nvPr>
            <p:ph type="sldNum" sz="quarter" idx="12"/>
          </p:nvPr>
        </p:nvSpPr>
        <p:spPr/>
        <p:txBody>
          <a:bodyPr/>
          <a:lstStyle/>
          <a:p>
            <a:fld id="{C0230AD8-E8AE-4279-8B43-53EA3F76DDC3}" type="slidenum">
              <a:rPr kumimoji="1" lang="ja-JP" altLang="en-US" smtClean="0"/>
              <a:t>‹#›</a:t>
            </a:fld>
            <a:endParaRPr kumimoji="1" lang="ja-JP" altLang="en-US"/>
          </a:p>
        </p:txBody>
      </p:sp>
    </p:spTree>
    <p:extLst>
      <p:ext uri="{BB962C8B-B14F-4D97-AF65-F5344CB8AC3E}">
        <p14:creationId xmlns:p14="http://schemas.microsoft.com/office/powerpoint/2010/main" val="341197446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タイトルと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061F4DAC-482B-3D0E-6C0A-95F8C4C7EDBA}"/>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91AE99BB-972D-18B2-554B-4EA9D0E53313}"/>
              </a:ext>
            </a:extLst>
          </p:cNvPr>
          <p:cNvSpPr>
            <a:spLocks noGrp="1"/>
          </p:cNvSpPr>
          <p:nvPr>
            <p:ph idx="1"/>
          </p:nvPr>
        </p:nvSpPr>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07F159CF-E6EC-31D9-C50E-946CFAD099BA}"/>
              </a:ext>
            </a:extLst>
          </p:cNvPr>
          <p:cNvSpPr>
            <a:spLocks noGrp="1"/>
          </p:cNvSpPr>
          <p:nvPr>
            <p:ph type="dt" sz="half" idx="10"/>
          </p:nvPr>
        </p:nvSpPr>
        <p:spPr/>
        <p:txBody>
          <a:bodyPr/>
          <a:lstStyle/>
          <a:p>
            <a:fld id="{898ACB73-228B-4573-B2A8-EEAE64393BA5}" type="datetimeFigureOut">
              <a:rPr kumimoji="1" lang="ja-JP" altLang="en-US" smtClean="0"/>
              <a:t>2026/5/13</a:t>
            </a:fld>
            <a:endParaRPr kumimoji="1" lang="ja-JP" altLang="en-US"/>
          </a:p>
        </p:txBody>
      </p:sp>
      <p:sp>
        <p:nvSpPr>
          <p:cNvPr id="5" name="フッター プレースホルダー 4">
            <a:extLst>
              <a:ext uri="{FF2B5EF4-FFF2-40B4-BE49-F238E27FC236}">
                <a16:creationId xmlns:a16="http://schemas.microsoft.com/office/drawing/2014/main" id="{A080ED29-8195-6CE7-6FAE-562643E6717C}"/>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A0F3F72D-99C1-52C9-CD2B-4D64B294F868}"/>
              </a:ext>
            </a:extLst>
          </p:cNvPr>
          <p:cNvSpPr>
            <a:spLocks noGrp="1"/>
          </p:cNvSpPr>
          <p:nvPr>
            <p:ph type="sldNum" sz="quarter" idx="12"/>
          </p:nvPr>
        </p:nvSpPr>
        <p:spPr/>
        <p:txBody>
          <a:bodyPr/>
          <a:lstStyle/>
          <a:p>
            <a:fld id="{C0230AD8-E8AE-4279-8B43-53EA3F76DDC3}" type="slidenum">
              <a:rPr kumimoji="1" lang="ja-JP" altLang="en-US" smtClean="0"/>
              <a:t>‹#›</a:t>
            </a:fld>
            <a:endParaRPr kumimoji="1" lang="ja-JP" altLang="en-US"/>
          </a:p>
        </p:txBody>
      </p:sp>
    </p:spTree>
    <p:extLst>
      <p:ext uri="{BB962C8B-B14F-4D97-AF65-F5344CB8AC3E}">
        <p14:creationId xmlns:p14="http://schemas.microsoft.com/office/powerpoint/2010/main" val="364947106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セクション見出し">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66B2EB90-5A28-AA7A-9410-FA5D24C48D77}"/>
              </a:ext>
            </a:extLst>
          </p:cNvPr>
          <p:cNvSpPr>
            <a:spLocks noGrp="1"/>
          </p:cNvSpPr>
          <p:nvPr>
            <p:ph type="title"/>
          </p:nvPr>
        </p:nvSpPr>
        <p:spPr>
          <a:xfrm>
            <a:off x="831850" y="1709738"/>
            <a:ext cx="10515600" cy="2852737"/>
          </a:xfrm>
        </p:spPr>
        <p:txBody>
          <a:bodyPr anchor="b"/>
          <a:lstStyle>
            <a:lvl1pPr>
              <a:defRPr sz="6000"/>
            </a:lvl1p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B5E3BB9E-9BDD-F0AE-B954-A66793EB5FAF}"/>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kumimoji="1" lang="ja-JP" altLang="en-US"/>
              <a:t>マスター テキストの書式設定</a:t>
            </a:r>
          </a:p>
        </p:txBody>
      </p:sp>
      <p:sp>
        <p:nvSpPr>
          <p:cNvPr id="4" name="日付プレースホルダー 3">
            <a:extLst>
              <a:ext uri="{FF2B5EF4-FFF2-40B4-BE49-F238E27FC236}">
                <a16:creationId xmlns:a16="http://schemas.microsoft.com/office/drawing/2014/main" id="{A0FA825F-205D-5D0F-B1E6-5F95ABD0CB74}"/>
              </a:ext>
            </a:extLst>
          </p:cNvPr>
          <p:cNvSpPr>
            <a:spLocks noGrp="1"/>
          </p:cNvSpPr>
          <p:nvPr>
            <p:ph type="dt" sz="half" idx="10"/>
          </p:nvPr>
        </p:nvSpPr>
        <p:spPr/>
        <p:txBody>
          <a:bodyPr/>
          <a:lstStyle/>
          <a:p>
            <a:fld id="{898ACB73-228B-4573-B2A8-EEAE64393BA5}" type="datetimeFigureOut">
              <a:rPr kumimoji="1" lang="ja-JP" altLang="en-US" smtClean="0"/>
              <a:t>2026/5/13</a:t>
            </a:fld>
            <a:endParaRPr kumimoji="1" lang="ja-JP" altLang="en-US"/>
          </a:p>
        </p:txBody>
      </p:sp>
      <p:sp>
        <p:nvSpPr>
          <p:cNvPr id="5" name="フッター プレースホルダー 4">
            <a:extLst>
              <a:ext uri="{FF2B5EF4-FFF2-40B4-BE49-F238E27FC236}">
                <a16:creationId xmlns:a16="http://schemas.microsoft.com/office/drawing/2014/main" id="{588CC3C6-C37C-2408-6FD8-9B7541D09D8C}"/>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025AEDFC-EFB7-23B5-A7BC-5AA55A947FAD}"/>
              </a:ext>
            </a:extLst>
          </p:cNvPr>
          <p:cNvSpPr>
            <a:spLocks noGrp="1"/>
          </p:cNvSpPr>
          <p:nvPr>
            <p:ph type="sldNum" sz="quarter" idx="12"/>
          </p:nvPr>
        </p:nvSpPr>
        <p:spPr/>
        <p:txBody>
          <a:bodyPr/>
          <a:lstStyle/>
          <a:p>
            <a:fld id="{C0230AD8-E8AE-4279-8B43-53EA3F76DDC3}" type="slidenum">
              <a:rPr kumimoji="1" lang="ja-JP" altLang="en-US" smtClean="0"/>
              <a:t>‹#›</a:t>
            </a:fld>
            <a:endParaRPr kumimoji="1" lang="ja-JP" altLang="en-US"/>
          </a:p>
        </p:txBody>
      </p:sp>
    </p:spTree>
    <p:extLst>
      <p:ext uri="{BB962C8B-B14F-4D97-AF65-F5344CB8AC3E}">
        <p14:creationId xmlns:p14="http://schemas.microsoft.com/office/powerpoint/2010/main" val="114103439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2 つ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52D8D158-BB01-A87C-338F-F50D72299ED0}"/>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196D3894-7B03-A426-BE70-65FB49810850}"/>
              </a:ext>
            </a:extLst>
          </p:cNvPr>
          <p:cNvSpPr>
            <a:spLocks noGrp="1"/>
          </p:cNvSpPr>
          <p:nvPr>
            <p:ph sz="half" idx="1"/>
          </p:nvPr>
        </p:nvSpPr>
        <p:spPr>
          <a:xfrm>
            <a:off x="838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コンテンツ プレースホルダー 3">
            <a:extLst>
              <a:ext uri="{FF2B5EF4-FFF2-40B4-BE49-F238E27FC236}">
                <a16:creationId xmlns:a16="http://schemas.microsoft.com/office/drawing/2014/main" id="{7B0E3976-9A0E-8667-637F-0C4C59858F0E}"/>
              </a:ext>
            </a:extLst>
          </p:cNvPr>
          <p:cNvSpPr>
            <a:spLocks noGrp="1"/>
          </p:cNvSpPr>
          <p:nvPr>
            <p:ph sz="half" idx="2"/>
          </p:nvPr>
        </p:nvSpPr>
        <p:spPr>
          <a:xfrm>
            <a:off x="6172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日付プレースホルダー 4">
            <a:extLst>
              <a:ext uri="{FF2B5EF4-FFF2-40B4-BE49-F238E27FC236}">
                <a16:creationId xmlns:a16="http://schemas.microsoft.com/office/drawing/2014/main" id="{AE6F5E6C-BA99-2E1A-7854-528BAF169F81}"/>
              </a:ext>
            </a:extLst>
          </p:cNvPr>
          <p:cNvSpPr>
            <a:spLocks noGrp="1"/>
          </p:cNvSpPr>
          <p:nvPr>
            <p:ph type="dt" sz="half" idx="10"/>
          </p:nvPr>
        </p:nvSpPr>
        <p:spPr/>
        <p:txBody>
          <a:bodyPr/>
          <a:lstStyle/>
          <a:p>
            <a:fld id="{898ACB73-228B-4573-B2A8-EEAE64393BA5}" type="datetimeFigureOut">
              <a:rPr kumimoji="1" lang="ja-JP" altLang="en-US" smtClean="0"/>
              <a:t>2026/5/13</a:t>
            </a:fld>
            <a:endParaRPr kumimoji="1" lang="ja-JP" altLang="en-US"/>
          </a:p>
        </p:txBody>
      </p:sp>
      <p:sp>
        <p:nvSpPr>
          <p:cNvPr id="6" name="フッター プレースホルダー 5">
            <a:extLst>
              <a:ext uri="{FF2B5EF4-FFF2-40B4-BE49-F238E27FC236}">
                <a16:creationId xmlns:a16="http://schemas.microsoft.com/office/drawing/2014/main" id="{040E3DBB-1A83-2F81-2D58-B480ED76018D}"/>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27409F19-0CDA-CEC0-8188-6933CD90332E}"/>
              </a:ext>
            </a:extLst>
          </p:cNvPr>
          <p:cNvSpPr>
            <a:spLocks noGrp="1"/>
          </p:cNvSpPr>
          <p:nvPr>
            <p:ph type="sldNum" sz="quarter" idx="12"/>
          </p:nvPr>
        </p:nvSpPr>
        <p:spPr/>
        <p:txBody>
          <a:bodyPr/>
          <a:lstStyle/>
          <a:p>
            <a:fld id="{C0230AD8-E8AE-4279-8B43-53EA3F76DDC3}" type="slidenum">
              <a:rPr kumimoji="1" lang="ja-JP" altLang="en-US" smtClean="0"/>
              <a:t>‹#›</a:t>
            </a:fld>
            <a:endParaRPr kumimoji="1" lang="ja-JP" altLang="en-US"/>
          </a:p>
        </p:txBody>
      </p:sp>
    </p:spTree>
    <p:extLst>
      <p:ext uri="{BB962C8B-B14F-4D97-AF65-F5344CB8AC3E}">
        <p14:creationId xmlns:p14="http://schemas.microsoft.com/office/powerpoint/2010/main" val="297256442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較">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B87C590B-A37E-C9FB-8578-2E80B78C3A20}"/>
              </a:ext>
            </a:extLst>
          </p:cNvPr>
          <p:cNvSpPr>
            <a:spLocks noGrp="1"/>
          </p:cNvSpPr>
          <p:nvPr>
            <p:ph type="title"/>
          </p:nvPr>
        </p:nvSpPr>
        <p:spPr>
          <a:xfrm>
            <a:off x="839788" y="365125"/>
            <a:ext cx="10515600" cy="1325563"/>
          </a:xfrm>
        </p:spPr>
        <p:txBody>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D12335B3-8454-DA73-42DB-5DAF5D273746}"/>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4" name="コンテンツ プレースホルダー 3">
            <a:extLst>
              <a:ext uri="{FF2B5EF4-FFF2-40B4-BE49-F238E27FC236}">
                <a16:creationId xmlns:a16="http://schemas.microsoft.com/office/drawing/2014/main" id="{D9331C97-3156-5685-767D-217B521D417B}"/>
              </a:ext>
            </a:extLst>
          </p:cNvPr>
          <p:cNvSpPr>
            <a:spLocks noGrp="1"/>
          </p:cNvSpPr>
          <p:nvPr>
            <p:ph sz="half" idx="2"/>
          </p:nvPr>
        </p:nvSpPr>
        <p:spPr>
          <a:xfrm>
            <a:off x="839788" y="2505075"/>
            <a:ext cx="5157787"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テキスト プレースホルダー 4">
            <a:extLst>
              <a:ext uri="{FF2B5EF4-FFF2-40B4-BE49-F238E27FC236}">
                <a16:creationId xmlns:a16="http://schemas.microsoft.com/office/drawing/2014/main" id="{A621F0D7-65AC-41B4-B1EB-4C0137C85D23}"/>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6" name="コンテンツ プレースホルダー 5">
            <a:extLst>
              <a:ext uri="{FF2B5EF4-FFF2-40B4-BE49-F238E27FC236}">
                <a16:creationId xmlns:a16="http://schemas.microsoft.com/office/drawing/2014/main" id="{AD6E72AA-DB1C-022B-4247-9A929054D9EA}"/>
              </a:ext>
            </a:extLst>
          </p:cNvPr>
          <p:cNvSpPr>
            <a:spLocks noGrp="1"/>
          </p:cNvSpPr>
          <p:nvPr>
            <p:ph sz="quarter" idx="4"/>
          </p:nvPr>
        </p:nvSpPr>
        <p:spPr>
          <a:xfrm>
            <a:off x="6172200" y="2505075"/>
            <a:ext cx="5183188"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7" name="日付プレースホルダー 6">
            <a:extLst>
              <a:ext uri="{FF2B5EF4-FFF2-40B4-BE49-F238E27FC236}">
                <a16:creationId xmlns:a16="http://schemas.microsoft.com/office/drawing/2014/main" id="{F8751178-EDC1-7A8C-C68A-149CBF1AF10D}"/>
              </a:ext>
            </a:extLst>
          </p:cNvPr>
          <p:cNvSpPr>
            <a:spLocks noGrp="1"/>
          </p:cNvSpPr>
          <p:nvPr>
            <p:ph type="dt" sz="half" idx="10"/>
          </p:nvPr>
        </p:nvSpPr>
        <p:spPr/>
        <p:txBody>
          <a:bodyPr/>
          <a:lstStyle/>
          <a:p>
            <a:fld id="{898ACB73-228B-4573-B2A8-EEAE64393BA5}" type="datetimeFigureOut">
              <a:rPr kumimoji="1" lang="ja-JP" altLang="en-US" smtClean="0"/>
              <a:t>2026/5/13</a:t>
            </a:fld>
            <a:endParaRPr kumimoji="1" lang="ja-JP" altLang="en-US"/>
          </a:p>
        </p:txBody>
      </p:sp>
      <p:sp>
        <p:nvSpPr>
          <p:cNvPr id="8" name="フッター プレースホルダー 7">
            <a:extLst>
              <a:ext uri="{FF2B5EF4-FFF2-40B4-BE49-F238E27FC236}">
                <a16:creationId xmlns:a16="http://schemas.microsoft.com/office/drawing/2014/main" id="{135974F3-6B04-F099-0CE0-115528E3B026}"/>
              </a:ext>
            </a:extLst>
          </p:cNvPr>
          <p:cNvSpPr>
            <a:spLocks noGrp="1"/>
          </p:cNvSpPr>
          <p:nvPr>
            <p:ph type="ftr" sz="quarter" idx="11"/>
          </p:nvPr>
        </p:nvSpPr>
        <p:spPr/>
        <p:txBody>
          <a:bodyPr/>
          <a:lstStyle/>
          <a:p>
            <a:endParaRPr kumimoji="1" lang="ja-JP" altLang="en-US"/>
          </a:p>
        </p:txBody>
      </p:sp>
      <p:sp>
        <p:nvSpPr>
          <p:cNvPr id="9" name="スライド番号プレースホルダー 8">
            <a:extLst>
              <a:ext uri="{FF2B5EF4-FFF2-40B4-BE49-F238E27FC236}">
                <a16:creationId xmlns:a16="http://schemas.microsoft.com/office/drawing/2014/main" id="{13BD6FBC-42A4-D326-7545-E60432494818}"/>
              </a:ext>
            </a:extLst>
          </p:cNvPr>
          <p:cNvSpPr>
            <a:spLocks noGrp="1"/>
          </p:cNvSpPr>
          <p:nvPr>
            <p:ph type="sldNum" sz="quarter" idx="12"/>
          </p:nvPr>
        </p:nvSpPr>
        <p:spPr/>
        <p:txBody>
          <a:bodyPr/>
          <a:lstStyle/>
          <a:p>
            <a:fld id="{C0230AD8-E8AE-4279-8B43-53EA3F76DDC3}" type="slidenum">
              <a:rPr kumimoji="1" lang="ja-JP" altLang="en-US" smtClean="0"/>
              <a:t>‹#›</a:t>
            </a:fld>
            <a:endParaRPr kumimoji="1" lang="ja-JP" altLang="en-US"/>
          </a:p>
        </p:txBody>
      </p:sp>
    </p:spTree>
    <p:extLst>
      <p:ext uri="{BB962C8B-B14F-4D97-AF65-F5344CB8AC3E}">
        <p14:creationId xmlns:p14="http://schemas.microsoft.com/office/powerpoint/2010/main" val="186995172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CAF221C2-6D89-EF8C-6676-5452F4B51CC1}"/>
              </a:ext>
            </a:extLst>
          </p:cNvPr>
          <p:cNvSpPr>
            <a:spLocks noGrp="1"/>
          </p:cNvSpPr>
          <p:nvPr>
            <p:ph type="title"/>
          </p:nvPr>
        </p:nvSpPr>
        <p:spPr/>
        <p:txBody>
          <a:bodyPr/>
          <a:lstStyle/>
          <a:p>
            <a:r>
              <a:rPr kumimoji="1" lang="ja-JP" altLang="en-US"/>
              <a:t>マスター タイトルの書式設定</a:t>
            </a:r>
          </a:p>
        </p:txBody>
      </p:sp>
      <p:sp>
        <p:nvSpPr>
          <p:cNvPr id="3" name="日付プレースホルダー 2">
            <a:extLst>
              <a:ext uri="{FF2B5EF4-FFF2-40B4-BE49-F238E27FC236}">
                <a16:creationId xmlns:a16="http://schemas.microsoft.com/office/drawing/2014/main" id="{FA9368CA-DF67-E972-8864-95A809C4C13B}"/>
              </a:ext>
            </a:extLst>
          </p:cNvPr>
          <p:cNvSpPr>
            <a:spLocks noGrp="1"/>
          </p:cNvSpPr>
          <p:nvPr>
            <p:ph type="dt" sz="half" idx="10"/>
          </p:nvPr>
        </p:nvSpPr>
        <p:spPr/>
        <p:txBody>
          <a:bodyPr/>
          <a:lstStyle/>
          <a:p>
            <a:fld id="{898ACB73-228B-4573-B2A8-EEAE64393BA5}" type="datetimeFigureOut">
              <a:rPr kumimoji="1" lang="ja-JP" altLang="en-US" smtClean="0"/>
              <a:t>2026/5/13</a:t>
            </a:fld>
            <a:endParaRPr kumimoji="1" lang="ja-JP" altLang="en-US"/>
          </a:p>
        </p:txBody>
      </p:sp>
      <p:sp>
        <p:nvSpPr>
          <p:cNvPr id="4" name="フッター プレースホルダー 3">
            <a:extLst>
              <a:ext uri="{FF2B5EF4-FFF2-40B4-BE49-F238E27FC236}">
                <a16:creationId xmlns:a16="http://schemas.microsoft.com/office/drawing/2014/main" id="{91F281FE-435E-3BB0-DB52-1727A5E3D3F8}"/>
              </a:ext>
            </a:extLst>
          </p:cNvPr>
          <p:cNvSpPr>
            <a:spLocks noGrp="1"/>
          </p:cNvSpPr>
          <p:nvPr>
            <p:ph type="ftr" sz="quarter" idx="11"/>
          </p:nvPr>
        </p:nvSpPr>
        <p:spPr/>
        <p:txBody>
          <a:bodyPr/>
          <a:lstStyle/>
          <a:p>
            <a:endParaRPr kumimoji="1" lang="ja-JP" altLang="en-US"/>
          </a:p>
        </p:txBody>
      </p:sp>
      <p:sp>
        <p:nvSpPr>
          <p:cNvPr id="5" name="スライド番号プレースホルダー 4">
            <a:extLst>
              <a:ext uri="{FF2B5EF4-FFF2-40B4-BE49-F238E27FC236}">
                <a16:creationId xmlns:a16="http://schemas.microsoft.com/office/drawing/2014/main" id="{E6B45FD7-ED92-167C-7172-43133E3E92ED}"/>
              </a:ext>
            </a:extLst>
          </p:cNvPr>
          <p:cNvSpPr>
            <a:spLocks noGrp="1"/>
          </p:cNvSpPr>
          <p:nvPr>
            <p:ph type="sldNum" sz="quarter" idx="12"/>
          </p:nvPr>
        </p:nvSpPr>
        <p:spPr/>
        <p:txBody>
          <a:bodyPr/>
          <a:lstStyle/>
          <a:p>
            <a:fld id="{C0230AD8-E8AE-4279-8B43-53EA3F76DDC3}" type="slidenum">
              <a:rPr kumimoji="1" lang="ja-JP" altLang="en-US" smtClean="0"/>
              <a:t>‹#›</a:t>
            </a:fld>
            <a:endParaRPr kumimoji="1" lang="ja-JP" altLang="en-US"/>
          </a:p>
        </p:txBody>
      </p:sp>
    </p:spTree>
    <p:extLst>
      <p:ext uri="{BB962C8B-B14F-4D97-AF65-F5344CB8AC3E}">
        <p14:creationId xmlns:p14="http://schemas.microsoft.com/office/powerpoint/2010/main" val="12571994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3526784A-1D0C-9D09-3A83-4CEF31B320F9}"/>
              </a:ext>
            </a:extLst>
          </p:cNvPr>
          <p:cNvSpPr>
            <a:spLocks noGrp="1"/>
          </p:cNvSpPr>
          <p:nvPr>
            <p:ph type="dt" sz="half" idx="10"/>
          </p:nvPr>
        </p:nvSpPr>
        <p:spPr/>
        <p:txBody>
          <a:bodyPr/>
          <a:lstStyle/>
          <a:p>
            <a:fld id="{898ACB73-228B-4573-B2A8-EEAE64393BA5}" type="datetimeFigureOut">
              <a:rPr kumimoji="1" lang="ja-JP" altLang="en-US" smtClean="0"/>
              <a:t>2026/5/13</a:t>
            </a:fld>
            <a:endParaRPr kumimoji="1" lang="ja-JP" altLang="en-US"/>
          </a:p>
        </p:txBody>
      </p:sp>
      <p:sp>
        <p:nvSpPr>
          <p:cNvPr id="3" name="フッター プレースホルダー 2">
            <a:extLst>
              <a:ext uri="{FF2B5EF4-FFF2-40B4-BE49-F238E27FC236}">
                <a16:creationId xmlns:a16="http://schemas.microsoft.com/office/drawing/2014/main" id="{C31327FE-425C-EBEC-09FC-D5B3B4FFDA25}"/>
              </a:ext>
            </a:extLst>
          </p:cNvPr>
          <p:cNvSpPr>
            <a:spLocks noGrp="1"/>
          </p:cNvSpPr>
          <p:nvPr>
            <p:ph type="ftr" sz="quarter" idx="11"/>
          </p:nvPr>
        </p:nvSpPr>
        <p:spPr/>
        <p:txBody>
          <a:bodyPr/>
          <a:lstStyle/>
          <a:p>
            <a:endParaRPr kumimoji="1" lang="ja-JP" altLang="en-US"/>
          </a:p>
        </p:txBody>
      </p:sp>
      <p:sp>
        <p:nvSpPr>
          <p:cNvPr id="4" name="スライド番号プレースホルダー 3">
            <a:extLst>
              <a:ext uri="{FF2B5EF4-FFF2-40B4-BE49-F238E27FC236}">
                <a16:creationId xmlns:a16="http://schemas.microsoft.com/office/drawing/2014/main" id="{7679FAD4-31B0-207B-1C99-2D1E4D6F219A}"/>
              </a:ext>
            </a:extLst>
          </p:cNvPr>
          <p:cNvSpPr>
            <a:spLocks noGrp="1"/>
          </p:cNvSpPr>
          <p:nvPr>
            <p:ph type="sldNum" sz="quarter" idx="12"/>
          </p:nvPr>
        </p:nvSpPr>
        <p:spPr/>
        <p:txBody>
          <a:bodyPr/>
          <a:lstStyle/>
          <a:p>
            <a:fld id="{C0230AD8-E8AE-4279-8B43-53EA3F76DDC3}" type="slidenum">
              <a:rPr kumimoji="1" lang="ja-JP" altLang="en-US" smtClean="0"/>
              <a:t>‹#›</a:t>
            </a:fld>
            <a:endParaRPr kumimoji="1" lang="ja-JP" altLang="en-US"/>
          </a:p>
        </p:txBody>
      </p:sp>
    </p:spTree>
    <p:extLst>
      <p:ext uri="{BB962C8B-B14F-4D97-AF65-F5344CB8AC3E}">
        <p14:creationId xmlns:p14="http://schemas.microsoft.com/office/powerpoint/2010/main" val="365010130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タイトル付き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15D2B958-331D-35DC-54AE-F410ADF628F5}"/>
              </a:ext>
            </a:extLst>
          </p:cNvPr>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920C3A5F-009A-C787-FC40-FB60F670A458}"/>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テキスト プレースホルダー 3">
            <a:extLst>
              <a:ext uri="{FF2B5EF4-FFF2-40B4-BE49-F238E27FC236}">
                <a16:creationId xmlns:a16="http://schemas.microsoft.com/office/drawing/2014/main" id="{E7D323BC-0979-9E3F-59CC-5BD6CBC948F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CD66F2FD-4ECF-9205-9BB3-A30F21A4F440}"/>
              </a:ext>
            </a:extLst>
          </p:cNvPr>
          <p:cNvSpPr>
            <a:spLocks noGrp="1"/>
          </p:cNvSpPr>
          <p:nvPr>
            <p:ph type="dt" sz="half" idx="10"/>
          </p:nvPr>
        </p:nvSpPr>
        <p:spPr/>
        <p:txBody>
          <a:bodyPr/>
          <a:lstStyle/>
          <a:p>
            <a:fld id="{898ACB73-228B-4573-B2A8-EEAE64393BA5}" type="datetimeFigureOut">
              <a:rPr kumimoji="1" lang="ja-JP" altLang="en-US" smtClean="0"/>
              <a:t>2026/5/13</a:t>
            </a:fld>
            <a:endParaRPr kumimoji="1" lang="ja-JP" altLang="en-US"/>
          </a:p>
        </p:txBody>
      </p:sp>
      <p:sp>
        <p:nvSpPr>
          <p:cNvPr id="6" name="フッター プレースホルダー 5">
            <a:extLst>
              <a:ext uri="{FF2B5EF4-FFF2-40B4-BE49-F238E27FC236}">
                <a16:creationId xmlns:a16="http://schemas.microsoft.com/office/drawing/2014/main" id="{33ED627E-4E4E-A2A4-60EB-E353BC5690DE}"/>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38AEE01F-1082-F397-053C-DE998C12C220}"/>
              </a:ext>
            </a:extLst>
          </p:cNvPr>
          <p:cNvSpPr>
            <a:spLocks noGrp="1"/>
          </p:cNvSpPr>
          <p:nvPr>
            <p:ph type="sldNum" sz="quarter" idx="12"/>
          </p:nvPr>
        </p:nvSpPr>
        <p:spPr/>
        <p:txBody>
          <a:bodyPr/>
          <a:lstStyle/>
          <a:p>
            <a:fld id="{C0230AD8-E8AE-4279-8B43-53EA3F76DDC3}" type="slidenum">
              <a:rPr kumimoji="1" lang="ja-JP" altLang="en-US" smtClean="0"/>
              <a:t>‹#›</a:t>
            </a:fld>
            <a:endParaRPr kumimoji="1" lang="ja-JP" altLang="en-US"/>
          </a:p>
        </p:txBody>
      </p:sp>
    </p:spTree>
    <p:extLst>
      <p:ext uri="{BB962C8B-B14F-4D97-AF65-F5344CB8AC3E}">
        <p14:creationId xmlns:p14="http://schemas.microsoft.com/office/powerpoint/2010/main" val="362763280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タイトル付きの図">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6126696-C455-FA35-B720-18F42E055544}"/>
              </a:ext>
            </a:extLst>
          </p:cNvPr>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図プレースホルダー 2">
            <a:extLst>
              <a:ext uri="{FF2B5EF4-FFF2-40B4-BE49-F238E27FC236}">
                <a16:creationId xmlns:a16="http://schemas.microsoft.com/office/drawing/2014/main" id="{B6A5D06D-96F5-573A-622B-6060A3834EC4}"/>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kumimoji="1" lang="ja-JP" altLang="en-US"/>
          </a:p>
        </p:txBody>
      </p:sp>
      <p:sp>
        <p:nvSpPr>
          <p:cNvPr id="4" name="テキスト プレースホルダー 3">
            <a:extLst>
              <a:ext uri="{FF2B5EF4-FFF2-40B4-BE49-F238E27FC236}">
                <a16:creationId xmlns:a16="http://schemas.microsoft.com/office/drawing/2014/main" id="{5C5EDA2A-3EB8-DBAB-530C-ED8F33529802}"/>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C4943A85-BA65-AF7B-1F6B-FBC586FA4B1C}"/>
              </a:ext>
            </a:extLst>
          </p:cNvPr>
          <p:cNvSpPr>
            <a:spLocks noGrp="1"/>
          </p:cNvSpPr>
          <p:nvPr>
            <p:ph type="dt" sz="half" idx="10"/>
          </p:nvPr>
        </p:nvSpPr>
        <p:spPr/>
        <p:txBody>
          <a:bodyPr/>
          <a:lstStyle/>
          <a:p>
            <a:fld id="{898ACB73-228B-4573-B2A8-EEAE64393BA5}" type="datetimeFigureOut">
              <a:rPr kumimoji="1" lang="ja-JP" altLang="en-US" smtClean="0"/>
              <a:t>2026/5/13</a:t>
            </a:fld>
            <a:endParaRPr kumimoji="1" lang="ja-JP" altLang="en-US"/>
          </a:p>
        </p:txBody>
      </p:sp>
      <p:sp>
        <p:nvSpPr>
          <p:cNvPr id="6" name="フッター プレースホルダー 5">
            <a:extLst>
              <a:ext uri="{FF2B5EF4-FFF2-40B4-BE49-F238E27FC236}">
                <a16:creationId xmlns:a16="http://schemas.microsoft.com/office/drawing/2014/main" id="{EC1D2F62-1583-6A43-79A6-4ABBE0474242}"/>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A119AC08-E75A-6B5D-BF32-6C76F9E77908}"/>
              </a:ext>
            </a:extLst>
          </p:cNvPr>
          <p:cNvSpPr>
            <a:spLocks noGrp="1"/>
          </p:cNvSpPr>
          <p:nvPr>
            <p:ph type="sldNum" sz="quarter" idx="12"/>
          </p:nvPr>
        </p:nvSpPr>
        <p:spPr/>
        <p:txBody>
          <a:bodyPr/>
          <a:lstStyle/>
          <a:p>
            <a:fld id="{C0230AD8-E8AE-4279-8B43-53EA3F76DDC3}" type="slidenum">
              <a:rPr kumimoji="1" lang="ja-JP" altLang="en-US" smtClean="0"/>
              <a:t>‹#›</a:t>
            </a:fld>
            <a:endParaRPr kumimoji="1" lang="ja-JP" altLang="en-US"/>
          </a:p>
        </p:txBody>
      </p:sp>
    </p:spTree>
    <p:extLst>
      <p:ext uri="{BB962C8B-B14F-4D97-AF65-F5344CB8AC3E}">
        <p14:creationId xmlns:p14="http://schemas.microsoft.com/office/powerpoint/2010/main" val="203734446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タイトルと縦書きテキスト">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2E180C36-A638-5BA8-1CE7-E9161534180D}"/>
              </a:ext>
            </a:extLst>
          </p:cNvPr>
          <p:cNvSpPr>
            <a:spLocks noGrp="1"/>
          </p:cNvSpPr>
          <p:nvPr>
            <p:ph type="title"/>
          </p:nvPr>
        </p:nvSpPr>
        <p:spPr/>
        <p:txBody>
          <a:bodyPr/>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9824B6FB-91EC-D25D-FDA5-C31146D7BCDD}"/>
              </a:ext>
            </a:extLst>
          </p:cNvPr>
          <p:cNvSpPr>
            <a:spLocks noGrp="1"/>
          </p:cNvSpPr>
          <p:nvPr>
            <p:ph type="body" orient="vert" idx="1"/>
          </p:nvPr>
        </p:nvSpPr>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5FDD167D-FC79-F9BC-AC96-C2C45F21986A}"/>
              </a:ext>
            </a:extLst>
          </p:cNvPr>
          <p:cNvSpPr>
            <a:spLocks noGrp="1"/>
          </p:cNvSpPr>
          <p:nvPr>
            <p:ph type="dt" sz="half" idx="10"/>
          </p:nvPr>
        </p:nvSpPr>
        <p:spPr/>
        <p:txBody>
          <a:bodyPr/>
          <a:lstStyle/>
          <a:p>
            <a:fld id="{898ACB73-228B-4573-B2A8-EEAE64393BA5}" type="datetimeFigureOut">
              <a:rPr kumimoji="1" lang="ja-JP" altLang="en-US" smtClean="0"/>
              <a:t>2026/5/13</a:t>
            </a:fld>
            <a:endParaRPr kumimoji="1" lang="ja-JP" altLang="en-US"/>
          </a:p>
        </p:txBody>
      </p:sp>
      <p:sp>
        <p:nvSpPr>
          <p:cNvPr id="5" name="フッター プレースホルダー 4">
            <a:extLst>
              <a:ext uri="{FF2B5EF4-FFF2-40B4-BE49-F238E27FC236}">
                <a16:creationId xmlns:a16="http://schemas.microsoft.com/office/drawing/2014/main" id="{FC0955B7-BF98-CB01-4BBD-3577468B16CC}"/>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CF7854F5-8D40-2FC6-7591-372E0C69021D}"/>
              </a:ext>
            </a:extLst>
          </p:cNvPr>
          <p:cNvSpPr>
            <a:spLocks noGrp="1"/>
          </p:cNvSpPr>
          <p:nvPr>
            <p:ph type="sldNum" sz="quarter" idx="12"/>
          </p:nvPr>
        </p:nvSpPr>
        <p:spPr/>
        <p:txBody>
          <a:bodyPr/>
          <a:lstStyle/>
          <a:p>
            <a:fld id="{C0230AD8-E8AE-4279-8B43-53EA3F76DDC3}" type="slidenum">
              <a:rPr kumimoji="1" lang="ja-JP" altLang="en-US" smtClean="0"/>
              <a:t>‹#›</a:t>
            </a:fld>
            <a:endParaRPr kumimoji="1" lang="ja-JP" altLang="en-US"/>
          </a:p>
        </p:txBody>
      </p:sp>
    </p:spTree>
    <p:extLst>
      <p:ext uri="{BB962C8B-B14F-4D97-AF65-F5344CB8AC3E}">
        <p14:creationId xmlns:p14="http://schemas.microsoft.com/office/powerpoint/2010/main" val="348175908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縦書きタイトルと&#10;縦書きテキスト">
    <p:spTree>
      <p:nvGrpSpPr>
        <p:cNvPr id="1" name=""/>
        <p:cNvGrpSpPr/>
        <p:nvPr/>
      </p:nvGrpSpPr>
      <p:grpSpPr>
        <a:xfrm>
          <a:off x="0" y="0"/>
          <a:ext cx="0" cy="0"/>
          <a:chOff x="0" y="0"/>
          <a:chExt cx="0" cy="0"/>
        </a:xfrm>
      </p:grpSpPr>
      <p:sp>
        <p:nvSpPr>
          <p:cNvPr id="2" name="縦書きタイトル 1">
            <a:extLst>
              <a:ext uri="{FF2B5EF4-FFF2-40B4-BE49-F238E27FC236}">
                <a16:creationId xmlns:a16="http://schemas.microsoft.com/office/drawing/2014/main" id="{C1195C95-49DD-7D63-20CA-B493E4E344BC}"/>
              </a:ext>
            </a:extLst>
          </p:cNvPr>
          <p:cNvSpPr>
            <a:spLocks noGrp="1"/>
          </p:cNvSpPr>
          <p:nvPr>
            <p:ph type="title" orient="vert"/>
          </p:nvPr>
        </p:nvSpPr>
        <p:spPr>
          <a:xfrm>
            <a:off x="8724900" y="365125"/>
            <a:ext cx="2628900" cy="5811838"/>
          </a:xfrm>
        </p:spPr>
        <p:txBody>
          <a:bodyPr vert="eaVert"/>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1B00A7CE-D0F0-079C-6E6F-C4578EAB1E99}"/>
              </a:ext>
            </a:extLst>
          </p:cNvPr>
          <p:cNvSpPr>
            <a:spLocks noGrp="1"/>
          </p:cNvSpPr>
          <p:nvPr>
            <p:ph type="body" orient="vert" idx="1"/>
          </p:nvPr>
        </p:nvSpPr>
        <p:spPr>
          <a:xfrm>
            <a:off x="838200" y="365125"/>
            <a:ext cx="7734300" cy="5811838"/>
          </a:xfrm>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498827E5-6026-5724-97DD-C110F2AE027E}"/>
              </a:ext>
            </a:extLst>
          </p:cNvPr>
          <p:cNvSpPr>
            <a:spLocks noGrp="1"/>
          </p:cNvSpPr>
          <p:nvPr>
            <p:ph type="dt" sz="half" idx="10"/>
          </p:nvPr>
        </p:nvSpPr>
        <p:spPr/>
        <p:txBody>
          <a:bodyPr/>
          <a:lstStyle/>
          <a:p>
            <a:fld id="{898ACB73-228B-4573-B2A8-EEAE64393BA5}" type="datetimeFigureOut">
              <a:rPr kumimoji="1" lang="ja-JP" altLang="en-US" smtClean="0"/>
              <a:t>2026/5/13</a:t>
            </a:fld>
            <a:endParaRPr kumimoji="1" lang="ja-JP" altLang="en-US"/>
          </a:p>
        </p:txBody>
      </p:sp>
      <p:sp>
        <p:nvSpPr>
          <p:cNvPr id="5" name="フッター プレースホルダー 4">
            <a:extLst>
              <a:ext uri="{FF2B5EF4-FFF2-40B4-BE49-F238E27FC236}">
                <a16:creationId xmlns:a16="http://schemas.microsoft.com/office/drawing/2014/main" id="{5F3631F9-A09B-D69B-150F-7BF9E9E95D20}"/>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E9907E63-A0E4-1DB1-6A67-6FD9CFEDF3AB}"/>
              </a:ext>
            </a:extLst>
          </p:cNvPr>
          <p:cNvSpPr>
            <a:spLocks noGrp="1"/>
          </p:cNvSpPr>
          <p:nvPr>
            <p:ph type="sldNum" sz="quarter" idx="12"/>
          </p:nvPr>
        </p:nvSpPr>
        <p:spPr/>
        <p:txBody>
          <a:bodyPr/>
          <a:lstStyle/>
          <a:p>
            <a:fld id="{C0230AD8-E8AE-4279-8B43-53EA3F76DDC3}" type="slidenum">
              <a:rPr kumimoji="1" lang="ja-JP" altLang="en-US" smtClean="0"/>
              <a:t>‹#›</a:t>
            </a:fld>
            <a:endParaRPr kumimoji="1" lang="ja-JP" altLang="en-US"/>
          </a:p>
        </p:txBody>
      </p:sp>
    </p:spTree>
    <p:extLst>
      <p:ext uri="{BB962C8B-B14F-4D97-AF65-F5344CB8AC3E}">
        <p14:creationId xmlns:p14="http://schemas.microsoft.com/office/powerpoint/2010/main" val="178681971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タイトル プレースホルダー 1">
            <a:extLst>
              <a:ext uri="{FF2B5EF4-FFF2-40B4-BE49-F238E27FC236}">
                <a16:creationId xmlns:a16="http://schemas.microsoft.com/office/drawing/2014/main" id="{B1A2B83E-4EBF-200D-AFA0-E3FF04611CA5}"/>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47A2DB76-5356-058F-F829-F6318BD94A8E}"/>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963F60C3-518A-522C-96E5-571D9F9FDD3C}"/>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898ACB73-228B-4573-B2A8-EEAE64393BA5}" type="datetimeFigureOut">
              <a:rPr kumimoji="1" lang="ja-JP" altLang="en-US" smtClean="0"/>
              <a:t>2026/5/13</a:t>
            </a:fld>
            <a:endParaRPr kumimoji="1" lang="ja-JP" altLang="en-US"/>
          </a:p>
        </p:txBody>
      </p:sp>
      <p:sp>
        <p:nvSpPr>
          <p:cNvPr id="5" name="フッター プレースホルダー 4">
            <a:extLst>
              <a:ext uri="{FF2B5EF4-FFF2-40B4-BE49-F238E27FC236}">
                <a16:creationId xmlns:a16="http://schemas.microsoft.com/office/drawing/2014/main" id="{2D7703C4-4CCD-0034-D0FB-5EE3180A8C59}"/>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kumimoji="1" lang="ja-JP" altLang="en-US"/>
          </a:p>
        </p:txBody>
      </p:sp>
      <p:sp>
        <p:nvSpPr>
          <p:cNvPr id="6" name="スライド番号プレースホルダー 5">
            <a:extLst>
              <a:ext uri="{FF2B5EF4-FFF2-40B4-BE49-F238E27FC236}">
                <a16:creationId xmlns:a16="http://schemas.microsoft.com/office/drawing/2014/main" id="{5A3FA6C8-0474-504B-1626-4294D0086CFB}"/>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C0230AD8-E8AE-4279-8B43-53EA3F76DDC3}" type="slidenum">
              <a:rPr kumimoji="1" lang="ja-JP" altLang="en-US" smtClean="0"/>
              <a:t>‹#›</a:t>
            </a:fld>
            <a:endParaRPr kumimoji="1" lang="ja-JP" altLang="en-US"/>
          </a:p>
        </p:txBody>
      </p:sp>
    </p:spTree>
    <p:extLst>
      <p:ext uri="{BB962C8B-B14F-4D97-AF65-F5344CB8AC3E}">
        <p14:creationId xmlns:p14="http://schemas.microsoft.com/office/powerpoint/2010/main" val="733605267"/>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78C6795B-7EBC-A50E-B78B-129DF68AC4FE}"/>
              </a:ext>
            </a:extLst>
          </p:cNvPr>
          <p:cNvSpPr>
            <a:spLocks noGrp="1"/>
          </p:cNvSpPr>
          <p:nvPr>
            <p:ph type="ctrTitle"/>
          </p:nvPr>
        </p:nvSpPr>
        <p:spPr/>
        <p:txBody>
          <a:bodyPr/>
          <a:lstStyle/>
          <a:p>
            <a:r>
              <a:rPr kumimoji="1" lang="en-US" altLang="ja-JP" dirty="0" err="1"/>
              <a:t>todo</a:t>
            </a:r>
            <a:r>
              <a:rPr kumimoji="1" lang="ja-JP" altLang="en-US" dirty="0"/>
              <a:t>リスト</a:t>
            </a:r>
          </a:p>
        </p:txBody>
      </p:sp>
      <p:sp>
        <p:nvSpPr>
          <p:cNvPr id="3" name="字幕 2">
            <a:extLst>
              <a:ext uri="{FF2B5EF4-FFF2-40B4-BE49-F238E27FC236}">
                <a16:creationId xmlns:a16="http://schemas.microsoft.com/office/drawing/2014/main" id="{753C72D3-E388-0529-3459-1D56CC5A7D05}"/>
              </a:ext>
            </a:extLst>
          </p:cNvPr>
          <p:cNvSpPr>
            <a:spLocks noGrp="1"/>
          </p:cNvSpPr>
          <p:nvPr>
            <p:ph type="subTitle" idx="1"/>
          </p:nvPr>
        </p:nvSpPr>
        <p:spPr/>
        <p:txBody>
          <a:bodyPr/>
          <a:lstStyle/>
          <a:p>
            <a:endParaRPr kumimoji="1" lang="ja-JP" altLang="en-US"/>
          </a:p>
        </p:txBody>
      </p:sp>
    </p:spTree>
    <p:extLst>
      <p:ext uri="{BB962C8B-B14F-4D97-AF65-F5344CB8AC3E}">
        <p14:creationId xmlns:p14="http://schemas.microsoft.com/office/powerpoint/2010/main" val="277682690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テキスト ボックス 1">
            <a:extLst>
              <a:ext uri="{FF2B5EF4-FFF2-40B4-BE49-F238E27FC236}">
                <a16:creationId xmlns:a16="http://schemas.microsoft.com/office/drawing/2014/main" id="{179DBB0A-5B34-C398-913F-3A79B45173B9}"/>
              </a:ext>
            </a:extLst>
          </p:cNvPr>
          <p:cNvSpPr txBox="1"/>
          <p:nvPr/>
        </p:nvSpPr>
        <p:spPr>
          <a:xfrm>
            <a:off x="304799" y="766915"/>
            <a:ext cx="5565059" cy="707886"/>
          </a:xfrm>
          <a:prstGeom prst="rect">
            <a:avLst/>
          </a:prstGeom>
          <a:noFill/>
        </p:spPr>
        <p:txBody>
          <a:bodyPr wrap="square" rtlCol="0">
            <a:spAutoFit/>
          </a:bodyPr>
          <a:lstStyle/>
          <a:p>
            <a:r>
              <a:rPr lang="ja-JP" altLang="en-US" sz="4000" dirty="0"/>
              <a:t>・</a:t>
            </a:r>
            <a:r>
              <a:rPr lang="en-US" altLang="ja-JP" sz="4000" dirty="0" err="1"/>
              <a:t>todo</a:t>
            </a:r>
            <a:r>
              <a:rPr lang="ja-JP" altLang="en-US" sz="4000" dirty="0"/>
              <a:t>リストを作る</a:t>
            </a:r>
            <a:endParaRPr kumimoji="1" lang="ja-JP" altLang="en-US" sz="4000" dirty="0"/>
          </a:p>
        </p:txBody>
      </p:sp>
      <p:sp>
        <p:nvSpPr>
          <p:cNvPr id="3" name="テキスト ボックス 2">
            <a:extLst>
              <a:ext uri="{FF2B5EF4-FFF2-40B4-BE49-F238E27FC236}">
                <a16:creationId xmlns:a16="http://schemas.microsoft.com/office/drawing/2014/main" id="{A482EDAA-50E1-8FD6-A256-9784104D3DF4}"/>
              </a:ext>
            </a:extLst>
          </p:cNvPr>
          <p:cNvSpPr txBox="1"/>
          <p:nvPr/>
        </p:nvSpPr>
        <p:spPr>
          <a:xfrm>
            <a:off x="304799" y="1774721"/>
            <a:ext cx="11336595" cy="1323439"/>
          </a:xfrm>
          <a:prstGeom prst="rect">
            <a:avLst/>
          </a:prstGeom>
          <a:noFill/>
        </p:spPr>
        <p:txBody>
          <a:bodyPr wrap="square" rtlCol="0">
            <a:spAutoFit/>
          </a:bodyPr>
          <a:lstStyle/>
          <a:p>
            <a:r>
              <a:rPr lang="ja-JP" altLang="en-US" sz="4000" dirty="0"/>
              <a:t>・最低限</a:t>
            </a:r>
            <a:r>
              <a:rPr lang="en-US" altLang="ja-JP" sz="4000" dirty="0" err="1"/>
              <a:t>todo</a:t>
            </a:r>
            <a:r>
              <a:rPr lang="ja-JP" altLang="en-US" sz="4000" dirty="0"/>
              <a:t>リストの追加と削除ができるようにする</a:t>
            </a:r>
            <a:endParaRPr kumimoji="1" lang="ja-JP" altLang="en-US" sz="4000" dirty="0"/>
          </a:p>
        </p:txBody>
      </p:sp>
      <p:sp>
        <p:nvSpPr>
          <p:cNvPr id="4" name="テキスト ボックス 3">
            <a:extLst>
              <a:ext uri="{FF2B5EF4-FFF2-40B4-BE49-F238E27FC236}">
                <a16:creationId xmlns:a16="http://schemas.microsoft.com/office/drawing/2014/main" id="{57DC6A1A-FB01-F814-7F3A-3E1A98D0177F}"/>
              </a:ext>
            </a:extLst>
          </p:cNvPr>
          <p:cNvSpPr txBox="1"/>
          <p:nvPr/>
        </p:nvSpPr>
        <p:spPr>
          <a:xfrm>
            <a:off x="201560" y="3398080"/>
            <a:ext cx="11336595" cy="1323439"/>
          </a:xfrm>
          <a:prstGeom prst="rect">
            <a:avLst/>
          </a:prstGeom>
          <a:noFill/>
        </p:spPr>
        <p:txBody>
          <a:bodyPr wrap="square" rtlCol="0">
            <a:spAutoFit/>
          </a:bodyPr>
          <a:lstStyle/>
          <a:p>
            <a:r>
              <a:rPr lang="ja-JP" altLang="en-US" sz="4000" dirty="0"/>
              <a:t>・余裕があれば日時の設定やカテゴリ毎にまとめる機能など追加する</a:t>
            </a:r>
            <a:endParaRPr kumimoji="1" lang="ja-JP" altLang="en-US" sz="4000" dirty="0"/>
          </a:p>
        </p:txBody>
      </p:sp>
    </p:spTree>
    <p:extLst>
      <p:ext uri="{BB962C8B-B14F-4D97-AF65-F5344CB8AC3E}">
        <p14:creationId xmlns:p14="http://schemas.microsoft.com/office/powerpoint/2010/main" val="3840918743"/>
      </p:ext>
    </p:extLst>
  </p:cSld>
  <p:clrMapOvr>
    <a:masterClrMapping/>
  </p:clrMapOvr>
</p:sld>
</file>

<file path=ppt/theme/theme1.xml><?xml version="1.0" encoding="utf-8"?>
<a:theme xmlns:a="http://schemas.openxmlformats.org/drawingml/2006/main" name="Office テーマ">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游ゴシック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TotalTime>
  <Words>36</Words>
  <Application>Microsoft Office PowerPoint</Application>
  <PresentationFormat>ワイド画面</PresentationFormat>
  <Paragraphs>4</Paragraphs>
  <Slides>2</Slides>
  <Notes>0</Notes>
  <HiddenSlides>0</HiddenSlides>
  <MMClips>0</MMClips>
  <ScaleCrop>false</ScaleCrop>
  <HeadingPairs>
    <vt:vector size="6" baseType="variant">
      <vt:variant>
        <vt:lpstr>使用されているフォント</vt:lpstr>
      </vt:variant>
      <vt:variant>
        <vt:i4>3</vt:i4>
      </vt:variant>
      <vt:variant>
        <vt:lpstr>テーマ</vt:lpstr>
      </vt:variant>
      <vt:variant>
        <vt:i4>1</vt:i4>
      </vt:variant>
      <vt:variant>
        <vt:lpstr>スライド タイトル</vt:lpstr>
      </vt:variant>
      <vt:variant>
        <vt:i4>2</vt:i4>
      </vt:variant>
    </vt:vector>
  </HeadingPairs>
  <TitlesOfParts>
    <vt:vector size="6" baseType="lpstr">
      <vt:lpstr>游ゴシック</vt:lpstr>
      <vt:lpstr>游ゴシック Light</vt:lpstr>
      <vt:lpstr>Arial</vt:lpstr>
      <vt:lpstr>Office テーマ</vt:lpstr>
      <vt:lpstr>todoリスト</vt:lpstr>
      <vt:lpstr>PowerPoint プレゼンテーション</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宇田川 竜聖(zeal23410138)</dc:creator>
  <cp:lastModifiedBy>宇田川 竜聖(zeal23410138)</cp:lastModifiedBy>
  <cp:revision>2</cp:revision>
  <dcterms:created xsi:type="dcterms:W3CDTF">2026-05-13T01:49:33Z</dcterms:created>
  <dcterms:modified xsi:type="dcterms:W3CDTF">2026-05-13T01:50:53Z</dcterms:modified>
</cp:coreProperties>
</file>