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0" r:id="rId4"/>
    <p:sldId id="261" r:id="rId5"/>
    <p:sldId id="264" r:id="rId6"/>
    <p:sldId id="266" r:id="rId7"/>
    <p:sldId id="269" r:id="rId8"/>
    <p:sldId id="267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7936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00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05399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15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60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9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04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4461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985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53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37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98ACB73-228B-4573-B2A8-EEAE64393BA5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0230AD8-E8AE-4279-8B43-53EA3F76D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779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kumimoji="1"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kumimoji="1"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kumimoji="1"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C6795B-7EBC-A50E-B78B-129DF68AC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8000" b="1" dirty="0"/>
              <a:t>Todo</a:t>
            </a:r>
            <a:r>
              <a:rPr lang="ja-JP" altLang="en-US" sz="8000" b="1" dirty="0"/>
              <a:t>管理アプリ</a:t>
            </a:r>
            <a:endParaRPr kumimoji="1" lang="ja-JP" altLang="en-US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3C72D3-E388-0529-3459-1D56CC5A7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b="1" dirty="0"/>
              <a:t>宇田川竜聖</a:t>
            </a:r>
          </a:p>
        </p:txBody>
      </p:sp>
    </p:spTree>
    <p:extLst>
      <p:ext uri="{BB962C8B-B14F-4D97-AF65-F5344CB8AC3E}">
        <p14:creationId xmlns:p14="http://schemas.microsoft.com/office/powerpoint/2010/main" val="277682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297D-E9BE-6642-5412-B960E9D0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B5F012-68D5-5D0A-9532-0E5EEA5C14D0}"/>
              </a:ext>
            </a:extLst>
          </p:cNvPr>
          <p:cNvSpPr txBox="1">
            <a:spLocks/>
          </p:cNvSpPr>
          <p:nvPr/>
        </p:nvSpPr>
        <p:spPr>
          <a:xfrm>
            <a:off x="5448607" y="528485"/>
            <a:ext cx="1294785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FE242-F0FA-C9E2-97BA-18FE1820C3EE}"/>
              </a:ext>
            </a:extLst>
          </p:cNvPr>
          <p:cNvSpPr txBox="1"/>
          <p:nvPr/>
        </p:nvSpPr>
        <p:spPr>
          <a:xfrm>
            <a:off x="1238611" y="1011991"/>
            <a:ext cx="74687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・</a:t>
            </a:r>
            <a:r>
              <a:rPr kumimoji="1" lang="ja-JP" altLang="en-US" sz="4400" b="1" dirty="0"/>
              <a:t>私自身が予定の管理が苦手</a:t>
            </a:r>
            <a:endParaRPr kumimoji="1" lang="ja-JP" altLang="en-US" sz="40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F68445-83C4-8083-15E9-A3828FCAB235}"/>
              </a:ext>
            </a:extLst>
          </p:cNvPr>
          <p:cNvSpPr txBox="1"/>
          <p:nvPr/>
        </p:nvSpPr>
        <p:spPr>
          <a:xfrm>
            <a:off x="1238611" y="5076567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/>
              <a:t>・「シンプルさ」を意識した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817B32-378F-2AE9-038E-2F501F80C8C6}"/>
              </a:ext>
            </a:extLst>
          </p:cNvPr>
          <p:cNvSpPr txBox="1"/>
          <p:nvPr/>
        </p:nvSpPr>
        <p:spPr>
          <a:xfrm>
            <a:off x="1238611" y="3044279"/>
            <a:ext cx="102899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・</a:t>
            </a:r>
            <a:r>
              <a:rPr kumimoji="1" lang="ja-JP" altLang="en-US" sz="4400" b="1" dirty="0"/>
              <a:t>使いやすい予定管理アプリが作りたい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5257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18395-B7EF-9787-1C1B-77253858D2BB}"/>
              </a:ext>
            </a:extLst>
          </p:cNvPr>
          <p:cNvSpPr txBox="1">
            <a:spLocks/>
          </p:cNvSpPr>
          <p:nvPr/>
        </p:nvSpPr>
        <p:spPr>
          <a:xfrm>
            <a:off x="4037371" y="449826"/>
            <a:ext cx="4117258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最優先する機能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CD50E7C0-42A0-36AE-E07B-CA7128156EED}"/>
              </a:ext>
            </a:extLst>
          </p:cNvPr>
          <p:cNvSpPr/>
          <p:nvPr/>
        </p:nvSpPr>
        <p:spPr>
          <a:xfrm>
            <a:off x="1893242" y="2099188"/>
            <a:ext cx="3600000" cy="360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ja-JP" sz="2800" b="1" dirty="0"/>
              <a:t>TODO</a:t>
            </a:r>
            <a:r>
              <a:rPr kumimoji="1" lang="ja-JP" altLang="en-US" sz="2800" b="1" dirty="0"/>
              <a:t>リストの</a:t>
            </a:r>
            <a:endParaRPr kumimoji="1" lang="en-US" altLang="ja-JP" sz="2800" b="1" dirty="0"/>
          </a:p>
          <a:p>
            <a:pPr algn="ctr">
              <a:lnSpc>
                <a:spcPct val="150000"/>
              </a:lnSpc>
            </a:pPr>
            <a:r>
              <a:rPr kumimoji="1" lang="ja-JP" altLang="en-US" sz="2800" b="1" dirty="0"/>
              <a:t>追加・削除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E5DFFAA-5BC0-78F5-1EDC-3C574AD8ED0B}"/>
              </a:ext>
            </a:extLst>
          </p:cNvPr>
          <p:cNvSpPr/>
          <p:nvPr/>
        </p:nvSpPr>
        <p:spPr>
          <a:xfrm>
            <a:off x="7004090" y="2099188"/>
            <a:ext cx="3600000" cy="360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ja-JP" sz="2800" b="1" dirty="0"/>
              <a:t>TODO</a:t>
            </a:r>
            <a:r>
              <a:rPr kumimoji="1" lang="ja-JP" altLang="en-US" sz="2800" b="1" dirty="0"/>
              <a:t>リストの</a:t>
            </a:r>
            <a:endParaRPr kumimoji="1" lang="en-US" altLang="ja-JP" sz="2800" b="1" dirty="0"/>
          </a:p>
          <a:p>
            <a:pPr algn="ctr">
              <a:lnSpc>
                <a:spcPct val="150000"/>
              </a:lnSpc>
            </a:pPr>
            <a:r>
              <a:rPr kumimoji="1" lang="ja-JP" altLang="en-US" sz="2800" b="1" dirty="0"/>
              <a:t>保存</a:t>
            </a:r>
          </a:p>
        </p:txBody>
      </p:sp>
    </p:spTree>
    <p:extLst>
      <p:ext uri="{BB962C8B-B14F-4D97-AF65-F5344CB8AC3E}">
        <p14:creationId xmlns:p14="http://schemas.microsoft.com/office/powerpoint/2010/main" val="301609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1C5AB-A551-3D72-90EE-73F806C0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5749F-944D-A0AC-7F03-342EA101893E}"/>
              </a:ext>
            </a:extLst>
          </p:cNvPr>
          <p:cNvSpPr txBox="1">
            <a:spLocks/>
          </p:cNvSpPr>
          <p:nvPr/>
        </p:nvSpPr>
        <p:spPr>
          <a:xfrm>
            <a:off x="4827314" y="410497"/>
            <a:ext cx="2537371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随時実装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221B393-2508-5E7B-9BC6-8FCEFE10769D}"/>
              </a:ext>
            </a:extLst>
          </p:cNvPr>
          <p:cNvSpPr/>
          <p:nvPr/>
        </p:nvSpPr>
        <p:spPr>
          <a:xfrm>
            <a:off x="814742" y="1209368"/>
            <a:ext cx="2880000" cy="28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ja-JP" altLang="en-US" sz="2800" b="1" dirty="0"/>
              <a:t>日時設定</a:t>
            </a:r>
            <a:endParaRPr kumimoji="1" lang="en-US" altLang="ja-JP" sz="2800" b="1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9A54F0B-805E-A746-9B64-412143FE56E7}"/>
              </a:ext>
            </a:extLst>
          </p:cNvPr>
          <p:cNvSpPr/>
          <p:nvPr/>
        </p:nvSpPr>
        <p:spPr>
          <a:xfrm>
            <a:off x="3694742" y="3764640"/>
            <a:ext cx="2880000" cy="28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ja-JP" altLang="en-US" sz="2000" b="1" dirty="0"/>
              <a:t>アカウント機能</a:t>
            </a:r>
            <a:endParaRPr kumimoji="1" lang="en-US" altLang="ja-JP" sz="2000" b="1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3603B06-72ED-30E9-D9B1-0650F73D763D}"/>
              </a:ext>
            </a:extLst>
          </p:cNvPr>
          <p:cNvSpPr/>
          <p:nvPr/>
        </p:nvSpPr>
        <p:spPr>
          <a:xfrm>
            <a:off x="6578429" y="1209368"/>
            <a:ext cx="2880000" cy="28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ja-JP" altLang="en-US" sz="2400" b="1" dirty="0"/>
              <a:t>カテゴリの</a:t>
            </a:r>
            <a:endParaRPr kumimoji="1" lang="en-US" altLang="ja-JP" sz="2400" b="1" dirty="0"/>
          </a:p>
          <a:p>
            <a:pPr algn="ctr">
              <a:lnSpc>
                <a:spcPct val="150000"/>
              </a:lnSpc>
            </a:pPr>
            <a:r>
              <a:rPr kumimoji="1" lang="ja-JP" altLang="en-US" sz="2000" b="1" dirty="0"/>
              <a:t>設定・フィルタ</a:t>
            </a:r>
            <a:endParaRPr kumimoji="1" lang="en-US" altLang="ja-JP" sz="2000" b="1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BF7EC4BC-6101-AA91-DA49-D560BF15C8FF}"/>
              </a:ext>
            </a:extLst>
          </p:cNvPr>
          <p:cNvSpPr/>
          <p:nvPr/>
        </p:nvSpPr>
        <p:spPr>
          <a:xfrm>
            <a:off x="9115800" y="3764640"/>
            <a:ext cx="2880000" cy="288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ja-JP" altLang="en-US" sz="2800" b="1" dirty="0"/>
              <a:t>ソート機能</a:t>
            </a:r>
            <a:endParaRPr kumimoji="1" lang="en-US" altLang="ja-JP" sz="2800" b="1" dirty="0"/>
          </a:p>
        </p:txBody>
      </p:sp>
    </p:spTree>
    <p:extLst>
      <p:ext uri="{BB962C8B-B14F-4D97-AF65-F5344CB8AC3E}">
        <p14:creationId xmlns:p14="http://schemas.microsoft.com/office/powerpoint/2010/main" val="235085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F40B-0DCA-8276-6D62-2C3AADFC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86ADDE-E18E-17C3-DB9A-72D2337013A4}"/>
              </a:ext>
            </a:extLst>
          </p:cNvPr>
          <p:cNvSpPr txBox="1">
            <a:spLocks/>
          </p:cNvSpPr>
          <p:nvPr/>
        </p:nvSpPr>
        <p:spPr>
          <a:xfrm>
            <a:off x="4437485" y="521464"/>
            <a:ext cx="4131393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アプリの使い方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281983-FAB1-AE10-A205-12A7FE163574}"/>
              </a:ext>
            </a:extLst>
          </p:cNvPr>
          <p:cNvSpPr txBox="1"/>
          <p:nvPr/>
        </p:nvSpPr>
        <p:spPr>
          <a:xfrm>
            <a:off x="927520" y="2079523"/>
            <a:ext cx="11151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・内容、日時</a:t>
            </a:r>
            <a:r>
              <a:rPr kumimoji="1" lang="en-US" altLang="ja-JP" sz="2800" b="1" dirty="0"/>
              <a:t>(</a:t>
            </a:r>
            <a:r>
              <a:rPr kumimoji="1" lang="ja-JP" altLang="en-US" sz="2800" b="1" dirty="0"/>
              <a:t>任意</a:t>
            </a:r>
            <a:r>
              <a:rPr kumimoji="1" lang="en-US" altLang="ja-JP" sz="2800" b="1" dirty="0"/>
              <a:t>)</a:t>
            </a:r>
            <a:r>
              <a:rPr kumimoji="1" lang="ja-JP" altLang="en-US" sz="2800" b="1" dirty="0"/>
              <a:t>、カテゴリ</a:t>
            </a:r>
            <a:r>
              <a:rPr kumimoji="1" lang="en-US" altLang="ja-JP" sz="2800" b="1" dirty="0"/>
              <a:t>(</a:t>
            </a:r>
            <a:r>
              <a:rPr kumimoji="1" lang="ja-JP" altLang="en-US" sz="2800" b="1" dirty="0"/>
              <a:t>任意</a:t>
            </a:r>
            <a:r>
              <a:rPr kumimoji="1" lang="en-US" altLang="ja-JP" sz="2800" b="1" dirty="0"/>
              <a:t>)</a:t>
            </a:r>
            <a:r>
              <a:rPr kumimoji="1" lang="ja-JP" altLang="en-US" sz="2800" b="1" dirty="0"/>
              <a:t>を設定して、</a:t>
            </a:r>
            <a:r>
              <a:rPr kumimoji="1" lang="en-US" altLang="ja-JP" sz="2800" b="1" dirty="0"/>
              <a:t>TODO</a:t>
            </a:r>
            <a:r>
              <a:rPr kumimoji="1" lang="ja-JP" altLang="en-US" sz="2800" b="1" dirty="0"/>
              <a:t>リストに追加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3F3D26-2DC1-AA83-2D71-BC3A451BAC8F}"/>
              </a:ext>
            </a:extLst>
          </p:cNvPr>
          <p:cNvSpPr txBox="1"/>
          <p:nvPr/>
        </p:nvSpPr>
        <p:spPr>
          <a:xfrm>
            <a:off x="932425" y="3767158"/>
            <a:ext cx="10238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・リストは新しい順、古い順、日時順、名前順にソート可能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F64986-CC73-3548-A1EF-352749189D7B}"/>
              </a:ext>
            </a:extLst>
          </p:cNvPr>
          <p:cNvSpPr txBox="1"/>
          <p:nvPr/>
        </p:nvSpPr>
        <p:spPr>
          <a:xfrm>
            <a:off x="932425" y="5454793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・カテゴリ毎に絞り込み可能</a:t>
            </a:r>
          </a:p>
        </p:txBody>
      </p:sp>
    </p:spTree>
    <p:extLst>
      <p:ext uri="{BB962C8B-B14F-4D97-AF65-F5344CB8AC3E}">
        <p14:creationId xmlns:p14="http://schemas.microsoft.com/office/powerpoint/2010/main" val="338297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FAD635-FD64-A676-843B-FB092A60FF3D}"/>
              </a:ext>
            </a:extLst>
          </p:cNvPr>
          <p:cNvSpPr txBox="1"/>
          <p:nvPr/>
        </p:nvSpPr>
        <p:spPr>
          <a:xfrm>
            <a:off x="3951823" y="2767280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b="1" dirty="0"/>
              <a:t>実機説明</a:t>
            </a:r>
          </a:p>
        </p:txBody>
      </p:sp>
    </p:spTree>
    <p:extLst>
      <p:ext uri="{BB962C8B-B14F-4D97-AF65-F5344CB8AC3E}">
        <p14:creationId xmlns:p14="http://schemas.microsoft.com/office/powerpoint/2010/main" val="1609274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81AB-A396-FCF9-D83B-E8453EE5E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FE1F8-7C42-AE49-D46C-4098F04C2558}"/>
              </a:ext>
            </a:extLst>
          </p:cNvPr>
          <p:cNvSpPr txBox="1">
            <a:spLocks/>
          </p:cNvSpPr>
          <p:nvPr/>
        </p:nvSpPr>
        <p:spPr>
          <a:xfrm>
            <a:off x="4092215" y="515672"/>
            <a:ext cx="4117719" cy="75954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800" b="1" dirty="0"/>
              <a:t>AI</a:t>
            </a:r>
            <a:r>
              <a:rPr lang="ja-JP" altLang="en-US" b="1" dirty="0"/>
              <a:t>を使った部分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2C2245-4006-CFD5-ED63-7199E1DCA50A}"/>
              </a:ext>
            </a:extLst>
          </p:cNvPr>
          <p:cNvSpPr txBox="1"/>
          <p:nvPr/>
        </p:nvSpPr>
        <p:spPr>
          <a:xfrm>
            <a:off x="932427" y="2204218"/>
            <a:ext cx="5822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・アカウント機能周り全般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31D624-6275-B2F3-4A24-1F13EC1F295D}"/>
              </a:ext>
            </a:extLst>
          </p:cNvPr>
          <p:cNvSpPr txBox="1"/>
          <p:nvPr/>
        </p:nvSpPr>
        <p:spPr>
          <a:xfrm>
            <a:off x="923413" y="4317764"/>
            <a:ext cx="5831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・細かい質問やアドバイス</a:t>
            </a:r>
            <a:endParaRPr kumimoji="1"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295110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91B6-7374-3301-CACE-0ED8431A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9376E-2F96-D894-865E-EA38984CD13F}"/>
              </a:ext>
            </a:extLst>
          </p:cNvPr>
          <p:cNvSpPr txBox="1">
            <a:spLocks/>
          </p:cNvSpPr>
          <p:nvPr/>
        </p:nvSpPr>
        <p:spPr>
          <a:xfrm>
            <a:off x="5146265" y="446847"/>
            <a:ext cx="1899470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まとめ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A9E1F0-6E06-67C9-35F5-9FFC90BFADE5}"/>
              </a:ext>
            </a:extLst>
          </p:cNvPr>
          <p:cNvSpPr txBox="1"/>
          <p:nvPr/>
        </p:nvSpPr>
        <p:spPr>
          <a:xfrm>
            <a:off x="932426" y="2204218"/>
            <a:ext cx="9558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・自分が求めるアプリに仕上がったので満足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5085C8-E2B1-5A7E-4E55-B16F6F152925}"/>
              </a:ext>
            </a:extLst>
          </p:cNvPr>
          <p:cNvSpPr txBox="1"/>
          <p:nvPr/>
        </p:nvSpPr>
        <p:spPr>
          <a:xfrm>
            <a:off x="923413" y="4317764"/>
            <a:ext cx="1034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・今後似たようなものを作る際は他の機能にも</a:t>
            </a:r>
            <a:endParaRPr kumimoji="1" lang="en-US" altLang="ja-JP" sz="3600" b="1" dirty="0"/>
          </a:p>
          <a:p>
            <a:r>
              <a:rPr kumimoji="1" lang="ja-JP" altLang="en-US" sz="3600" b="1" dirty="0"/>
              <a:t>　挑戦してみたい</a:t>
            </a:r>
            <a:endParaRPr kumimoji="1"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71057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5C96AD-CEFA-9B09-521A-E6DC813362A9}"/>
              </a:ext>
            </a:extLst>
          </p:cNvPr>
          <p:cNvSpPr txBox="1"/>
          <p:nvPr/>
        </p:nvSpPr>
        <p:spPr>
          <a:xfrm>
            <a:off x="947830" y="2921168"/>
            <a:ext cx="109568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0" b="1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47829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F219D8-B9CD-06AE-8F82-464D8E8D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59D81-6A05-7CAA-305B-3706D2BC0EFE}"/>
              </a:ext>
            </a:extLst>
          </p:cNvPr>
          <p:cNvSpPr txBox="1">
            <a:spLocks/>
          </p:cNvSpPr>
          <p:nvPr/>
        </p:nvSpPr>
        <p:spPr>
          <a:xfrm>
            <a:off x="3183808" y="508819"/>
            <a:ext cx="5824384" cy="7595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kumimoji="1"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/>
              <a:t>実装できなかった機能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46941E49-BE74-E401-B17A-683F87754CDC}"/>
              </a:ext>
            </a:extLst>
          </p:cNvPr>
          <p:cNvSpPr/>
          <p:nvPr/>
        </p:nvSpPr>
        <p:spPr>
          <a:xfrm>
            <a:off x="4296000" y="1835477"/>
            <a:ext cx="3600000" cy="360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ja-JP" altLang="en-US" sz="2800" b="1" dirty="0"/>
              <a:t>通知設定</a:t>
            </a:r>
          </a:p>
        </p:txBody>
      </p:sp>
    </p:spTree>
    <p:extLst>
      <p:ext uri="{BB962C8B-B14F-4D97-AF65-F5344CB8AC3E}">
        <p14:creationId xmlns:p14="http://schemas.microsoft.com/office/powerpoint/2010/main" val="353554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トリミング">
  <a:themeElements>
    <a:clrScheme name="トリミン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トリミン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トリミン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TM10001105[[fn=トリミング]]</Template>
  <TotalTime>478</TotalTime>
  <Words>155</Words>
  <Application>Microsoft Office PowerPoint</Application>
  <PresentationFormat>ワイド画面</PresentationFormat>
  <Paragraphs>31</Paragraphs>
  <Slides>10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2" baseType="lpstr">
      <vt:lpstr>Franklin Gothic Book</vt:lpstr>
      <vt:lpstr>トリミング</vt:lpstr>
      <vt:lpstr>Todo管理アプリ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宇田川 竜聖(zeal23410138)</dc:creator>
  <cp:lastModifiedBy>宇田川 竜聖(zeal23410138)</cp:lastModifiedBy>
  <cp:revision>14</cp:revision>
  <dcterms:created xsi:type="dcterms:W3CDTF">2026-05-13T01:49:33Z</dcterms:created>
  <dcterms:modified xsi:type="dcterms:W3CDTF">2026-07-08T07:42:53Z</dcterms:modified>
</cp:coreProperties>
</file>