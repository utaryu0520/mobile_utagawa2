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8" r:id="rId6"/>
    <p:sldId id="264" r:id="rId7"/>
    <p:sldId id="266" r:id="rId8"/>
    <p:sldId id="267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 err="1"/>
              <a:t>todo</a:t>
            </a:r>
            <a:r>
              <a:rPr kumimoji="1" lang="ja-JP" altLang="en-US" b="1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学校でも私生活でも予定の管理が苦手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8648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・「シンプルさ」を意識しました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カテゴリの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設定・区分</a:t>
            </a:r>
            <a:endParaRPr kumimoji="1" lang="en-US" altLang="ja-JP" sz="28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219D8-B9CD-06AE-8F82-464D8E8D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9D81-6A05-7CAA-305B-3706D2BC0EFE}"/>
              </a:ext>
            </a:extLst>
          </p:cNvPr>
          <p:cNvSpPr txBox="1">
            <a:spLocks/>
          </p:cNvSpPr>
          <p:nvPr/>
        </p:nvSpPr>
        <p:spPr>
          <a:xfrm>
            <a:off x="3183808" y="508819"/>
            <a:ext cx="5824384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実装できなかった機能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6941E49-BE74-E401-B17A-683F87754CDC}"/>
              </a:ext>
            </a:extLst>
          </p:cNvPr>
          <p:cNvSpPr/>
          <p:nvPr/>
        </p:nvSpPr>
        <p:spPr>
          <a:xfrm>
            <a:off x="4296000" y="1835477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通知設定</a:t>
            </a:r>
          </a:p>
        </p:txBody>
      </p:sp>
    </p:spTree>
    <p:extLst>
      <p:ext uri="{BB962C8B-B14F-4D97-AF65-F5344CB8AC3E}">
        <p14:creationId xmlns:p14="http://schemas.microsoft.com/office/powerpoint/2010/main" val="353554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9879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・カテゴリ毎に絞り込みもできる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・通知機能を実装できなかったのは残念だった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195</TotalTime>
  <Words>133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1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11</cp:revision>
  <dcterms:created xsi:type="dcterms:W3CDTF">2026-05-13T01:49:33Z</dcterms:created>
  <dcterms:modified xsi:type="dcterms:W3CDTF">2026-06-24T07:45:13Z</dcterms:modified>
</cp:coreProperties>
</file>