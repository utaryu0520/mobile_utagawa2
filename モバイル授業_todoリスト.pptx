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61" r:id="rId4"/>
    <p:sldId id="262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7936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5001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05399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15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60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99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04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4461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19852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532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7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8779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C6795B-7EBC-A50E-B78B-129DF68AC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todo</a:t>
            </a:r>
            <a:r>
              <a:rPr kumimoji="1" lang="ja-JP" altLang="en-US" dirty="0"/>
              <a:t>リスト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3C72D3-E388-0529-3459-1D56CC5A7D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277682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18395-B7EF-9787-1C1B-77253858D2BB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/>
              <a:t>最優先する機能</a:t>
            </a:r>
            <a:endParaRPr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D50E7C0-42A0-36AE-E07B-CA7128156EED}"/>
              </a:ext>
            </a:extLst>
          </p:cNvPr>
          <p:cNvSpPr/>
          <p:nvPr/>
        </p:nvSpPr>
        <p:spPr>
          <a:xfrm>
            <a:off x="1893242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dirty="0"/>
              <a:t>TODO</a:t>
            </a:r>
            <a:r>
              <a:rPr kumimoji="1" lang="ja-JP" altLang="en-US" sz="2800" dirty="0"/>
              <a:t>リストの</a:t>
            </a:r>
            <a:endParaRPr kumimoji="1" lang="en-US" altLang="ja-JP" sz="2800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追加・削除</a:t>
            </a: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E5DFFAA-5BC0-78F5-1EDC-3C574AD8ED0B}"/>
              </a:ext>
            </a:extLst>
          </p:cNvPr>
          <p:cNvSpPr/>
          <p:nvPr/>
        </p:nvSpPr>
        <p:spPr>
          <a:xfrm>
            <a:off x="7004090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dirty="0"/>
              <a:t>TODO</a:t>
            </a:r>
            <a:r>
              <a:rPr kumimoji="1" lang="ja-JP" altLang="en-US" sz="2800" dirty="0"/>
              <a:t>リストの</a:t>
            </a:r>
            <a:endParaRPr kumimoji="1" lang="en-US" altLang="ja-JP" sz="2800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301609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C5AB-A551-3D72-90EE-73F806C0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5749F-944D-A0AC-7F03-342EA101893E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/>
              <a:t>余裕があれば実装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221B393-2508-5E7B-9BC6-8FCEFE10769D}"/>
              </a:ext>
            </a:extLst>
          </p:cNvPr>
          <p:cNvSpPr/>
          <p:nvPr/>
        </p:nvSpPr>
        <p:spPr>
          <a:xfrm>
            <a:off x="814742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日時設定</a:t>
            </a:r>
            <a:endParaRPr kumimoji="1" lang="en-US" altLang="ja-JP" sz="2800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9A54F0B-805E-A746-9B64-412143FE56E7}"/>
              </a:ext>
            </a:extLst>
          </p:cNvPr>
          <p:cNvSpPr/>
          <p:nvPr/>
        </p:nvSpPr>
        <p:spPr>
          <a:xfrm>
            <a:off x="3694742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400" dirty="0"/>
              <a:t>ログイン機能</a:t>
            </a:r>
            <a:endParaRPr kumimoji="1" lang="en-US" altLang="ja-JP" sz="2400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3603B06-72ED-30E9-D9B1-0650F73D763D}"/>
              </a:ext>
            </a:extLst>
          </p:cNvPr>
          <p:cNvSpPr/>
          <p:nvPr/>
        </p:nvSpPr>
        <p:spPr>
          <a:xfrm>
            <a:off x="6578429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カテゴリの</a:t>
            </a:r>
            <a:endParaRPr kumimoji="1" lang="en-US" altLang="ja-JP" sz="2800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設定・区分</a:t>
            </a:r>
            <a:endParaRPr kumimoji="1" lang="en-US" altLang="ja-JP" sz="2800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F7EC4BC-6101-AA91-DA49-D560BF15C8FF}"/>
              </a:ext>
            </a:extLst>
          </p:cNvPr>
          <p:cNvSpPr/>
          <p:nvPr/>
        </p:nvSpPr>
        <p:spPr>
          <a:xfrm>
            <a:off x="9115800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ソート機能</a:t>
            </a:r>
            <a:endParaRPr kumimoji="1"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2350854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4809456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116</TotalTime>
  <Words>33</Words>
  <Application>Microsoft Office PowerPoint</Application>
  <PresentationFormat>ワイド画面</PresentationFormat>
  <Paragraphs>13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6" baseType="lpstr">
      <vt:lpstr>Franklin Gothic Book</vt:lpstr>
      <vt:lpstr>トリミング</vt:lpstr>
      <vt:lpstr>todoリスト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6</cp:revision>
  <dcterms:created xsi:type="dcterms:W3CDTF">2026-05-13T01:49:33Z</dcterms:created>
  <dcterms:modified xsi:type="dcterms:W3CDTF">2026-06-10T07:25:05Z</dcterms:modified>
</cp:coreProperties>
</file>