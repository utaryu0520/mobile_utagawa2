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0" r:id="rId4"/>
    <p:sldId id="261" r:id="rId5"/>
    <p:sldId id="268" r:id="rId6"/>
    <p:sldId id="264" r:id="rId7"/>
    <p:sldId id="266" r:id="rId8"/>
    <p:sldId id="267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sz="8000" b="1" dirty="0" err="1"/>
              <a:t>todo</a:t>
            </a:r>
            <a:r>
              <a:rPr kumimoji="1" lang="ja-JP" altLang="en-US" b="1" dirty="0"/>
              <a:t>リスト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b="1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297D-E9BE-6642-5412-B960E9D0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5F012-68D5-5D0A-9532-0E5EEA5C14D0}"/>
              </a:ext>
            </a:extLst>
          </p:cNvPr>
          <p:cNvSpPr txBox="1">
            <a:spLocks/>
          </p:cNvSpPr>
          <p:nvPr/>
        </p:nvSpPr>
        <p:spPr>
          <a:xfrm>
            <a:off x="5448607" y="528485"/>
            <a:ext cx="1294785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E242-F0FA-C9E2-97BA-18FE1820C3EE}"/>
              </a:ext>
            </a:extLst>
          </p:cNvPr>
          <p:cNvSpPr txBox="1"/>
          <p:nvPr/>
        </p:nvSpPr>
        <p:spPr>
          <a:xfrm>
            <a:off x="1238611" y="1011991"/>
            <a:ext cx="102899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学校でも私生活でも予定の管理が苦手</a:t>
            </a:r>
            <a:endParaRPr kumimoji="1" lang="ja-JP" altLang="en-US" sz="40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F68445-83C4-8083-15E9-A3828FCAB235}"/>
              </a:ext>
            </a:extLst>
          </p:cNvPr>
          <p:cNvSpPr txBox="1"/>
          <p:nvPr/>
        </p:nvSpPr>
        <p:spPr>
          <a:xfrm>
            <a:off x="1238611" y="5076567"/>
            <a:ext cx="86485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/>
              <a:t>・「シンプルさ」を意識しました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817B32-378F-2AE9-038E-2F501F80C8C6}"/>
              </a:ext>
            </a:extLst>
          </p:cNvPr>
          <p:cNvSpPr txBox="1"/>
          <p:nvPr/>
        </p:nvSpPr>
        <p:spPr>
          <a:xfrm>
            <a:off x="1238611" y="3044279"/>
            <a:ext cx="102899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使いやすい予定管理アプリが作りたい</a:t>
            </a:r>
            <a:endParaRPr kumimoji="1" lang="ja-JP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55257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最優先する機能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827314" y="410497"/>
            <a:ext cx="2537371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随時実装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日時設定</a:t>
            </a:r>
            <a:endParaRPr kumimoji="1" lang="en-US" altLang="ja-JP" sz="2800" b="1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アカウント機能</a:t>
            </a:r>
            <a:endParaRPr kumimoji="1" lang="en-US" altLang="ja-JP" sz="20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カテゴリの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設定・区分</a:t>
            </a:r>
            <a:endParaRPr kumimoji="1" lang="en-US" altLang="ja-JP" sz="2800" b="1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ソート機能</a:t>
            </a:r>
            <a:endParaRPr kumimoji="1" lang="en-US" altLang="ja-JP" sz="2800" b="1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219D8-B9CD-06AE-8F82-464D8E8D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59D81-6A05-7CAA-305B-3706D2BC0EFE}"/>
              </a:ext>
            </a:extLst>
          </p:cNvPr>
          <p:cNvSpPr txBox="1">
            <a:spLocks/>
          </p:cNvSpPr>
          <p:nvPr/>
        </p:nvSpPr>
        <p:spPr>
          <a:xfrm>
            <a:off x="3183808" y="508819"/>
            <a:ext cx="5824384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実装できなかった機能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46941E49-BE74-E401-B17A-683F87754CDC}"/>
              </a:ext>
            </a:extLst>
          </p:cNvPr>
          <p:cNvSpPr/>
          <p:nvPr/>
        </p:nvSpPr>
        <p:spPr>
          <a:xfrm>
            <a:off x="4296000" y="1835477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通知設定</a:t>
            </a:r>
          </a:p>
        </p:txBody>
      </p:sp>
    </p:spTree>
    <p:extLst>
      <p:ext uri="{BB962C8B-B14F-4D97-AF65-F5344CB8AC3E}">
        <p14:creationId xmlns:p14="http://schemas.microsoft.com/office/powerpoint/2010/main" val="3535540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F40B-0DCA-8276-6D62-2C3AADFC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86ADDE-E18E-17C3-DB9A-72D2337013A4}"/>
              </a:ext>
            </a:extLst>
          </p:cNvPr>
          <p:cNvSpPr txBox="1">
            <a:spLocks/>
          </p:cNvSpPr>
          <p:nvPr/>
        </p:nvSpPr>
        <p:spPr>
          <a:xfrm>
            <a:off x="4437485" y="521464"/>
            <a:ext cx="4131393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アプリの使い方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281983-FAB1-AE10-A205-12A7FE163574}"/>
              </a:ext>
            </a:extLst>
          </p:cNvPr>
          <p:cNvSpPr txBox="1"/>
          <p:nvPr/>
        </p:nvSpPr>
        <p:spPr>
          <a:xfrm>
            <a:off x="927520" y="2079523"/>
            <a:ext cx="11151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・内容、日時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、カテゴリ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を設定して、</a:t>
            </a: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リストに追加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3F3D26-2DC1-AA83-2D71-BC3A451BAC8F}"/>
              </a:ext>
            </a:extLst>
          </p:cNvPr>
          <p:cNvSpPr txBox="1"/>
          <p:nvPr/>
        </p:nvSpPr>
        <p:spPr>
          <a:xfrm>
            <a:off x="932425" y="3767158"/>
            <a:ext cx="98796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・リストは新しい順、古い順、日時順、名前順にソート可能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F64986-CC73-3548-A1EF-352749189D7B}"/>
              </a:ext>
            </a:extLst>
          </p:cNvPr>
          <p:cNvSpPr txBox="1"/>
          <p:nvPr/>
        </p:nvSpPr>
        <p:spPr>
          <a:xfrm>
            <a:off x="932425" y="5454793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・カテゴリ毎に絞り込みもできる</a:t>
            </a:r>
          </a:p>
        </p:txBody>
      </p:sp>
    </p:spTree>
    <p:extLst>
      <p:ext uri="{BB962C8B-B14F-4D97-AF65-F5344CB8AC3E}">
        <p14:creationId xmlns:p14="http://schemas.microsoft.com/office/powerpoint/2010/main" val="3382973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FAD635-FD64-A676-843B-FB092A60FF3D}"/>
              </a:ext>
            </a:extLst>
          </p:cNvPr>
          <p:cNvSpPr txBox="1"/>
          <p:nvPr/>
        </p:nvSpPr>
        <p:spPr>
          <a:xfrm>
            <a:off x="3951823" y="2767280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000" b="1" dirty="0"/>
              <a:t>実機説明</a:t>
            </a:r>
          </a:p>
        </p:txBody>
      </p:sp>
    </p:spTree>
    <p:extLst>
      <p:ext uri="{BB962C8B-B14F-4D97-AF65-F5344CB8AC3E}">
        <p14:creationId xmlns:p14="http://schemas.microsoft.com/office/powerpoint/2010/main" val="1609274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491B6-7374-3301-CACE-0ED8431A4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D9376E-2F96-D894-865E-EA38984CD13F}"/>
              </a:ext>
            </a:extLst>
          </p:cNvPr>
          <p:cNvSpPr txBox="1">
            <a:spLocks/>
          </p:cNvSpPr>
          <p:nvPr/>
        </p:nvSpPr>
        <p:spPr>
          <a:xfrm>
            <a:off x="5146265" y="446847"/>
            <a:ext cx="1899470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まとめ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A9E1F0-6E06-67C9-35F5-9FFC90BFADE5}"/>
              </a:ext>
            </a:extLst>
          </p:cNvPr>
          <p:cNvSpPr txBox="1"/>
          <p:nvPr/>
        </p:nvSpPr>
        <p:spPr>
          <a:xfrm>
            <a:off x="932426" y="2204218"/>
            <a:ext cx="95585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・自分が求めるアプリに仕上がったので満足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5085C8-E2B1-5A7E-4E55-B16F6F152925}"/>
              </a:ext>
            </a:extLst>
          </p:cNvPr>
          <p:cNvSpPr txBox="1"/>
          <p:nvPr/>
        </p:nvSpPr>
        <p:spPr>
          <a:xfrm>
            <a:off x="923413" y="4317764"/>
            <a:ext cx="10345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・通知機能を実装できなかったのは残念だった</a:t>
            </a:r>
            <a:endParaRPr kumimoji="1" lang="en-US" altLang="ja-JP" sz="3600" b="1" dirty="0"/>
          </a:p>
        </p:txBody>
      </p:sp>
    </p:spTree>
    <p:extLst>
      <p:ext uri="{BB962C8B-B14F-4D97-AF65-F5344CB8AC3E}">
        <p14:creationId xmlns:p14="http://schemas.microsoft.com/office/powerpoint/2010/main" val="710571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5C96AD-CEFA-9B09-521A-E6DC813362A9}"/>
              </a:ext>
            </a:extLst>
          </p:cNvPr>
          <p:cNvSpPr txBox="1"/>
          <p:nvPr/>
        </p:nvSpPr>
        <p:spPr>
          <a:xfrm>
            <a:off x="947830" y="2921168"/>
            <a:ext cx="109568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 b="1" dirty="0"/>
              <a:t>ご清聴ありがとうございました</a:t>
            </a:r>
          </a:p>
        </p:txBody>
      </p:sp>
    </p:spTree>
    <p:extLst>
      <p:ext uri="{BB962C8B-B14F-4D97-AF65-F5344CB8AC3E}">
        <p14:creationId xmlns:p14="http://schemas.microsoft.com/office/powerpoint/2010/main" val="478292780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186</TotalTime>
  <Words>133</Words>
  <Application>Microsoft Office PowerPoint</Application>
  <PresentationFormat>ワイド画面</PresentationFormat>
  <Paragraphs>27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1" baseType="lpstr">
      <vt:lpstr>Franklin Gothic Book</vt:lpstr>
      <vt:lpstr>トリミング</vt:lpstr>
      <vt:lpstr>todoリスト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10</cp:revision>
  <dcterms:created xsi:type="dcterms:W3CDTF">2026-05-13T01:49:33Z</dcterms:created>
  <dcterms:modified xsi:type="dcterms:W3CDTF">2026-06-24T07:36:28Z</dcterms:modified>
</cp:coreProperties>
</file>