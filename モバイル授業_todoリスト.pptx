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0" r:id="rId4"/>
    <p:sldId id="261" r:id="rId5"/>
    <p:sldId id="264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sz="8000" b="1" dirty="0" err="1"/>
              <a:t>todo</a:t>
            </a:r>
            <a:r>
              <a:rPr kumimoji="1" lang="ja-JP" altLang="en-US" b="1" dirty="0"/>
              <a:t>リスト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b="1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297D-E9BE-6642-5412-B960E9D0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5F012-68D5-5D0A-9532-0E5EEA5C14D0}"/>
              </a:ext>
            </a:extLst>
          </p:cNvPr>
          <p:cNvSpPr txBox="1">
            <a:spLocks/>
          </p:cNvSpPr>
          <p:nvPr/>
        </p:nvSpPr>
        <p:spPr>
          <a:xfrm>
            <a:off x="5448607" y="528485"/>
            <a:ext cx="1294785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E242-F0FA-C9E2-97BA-18FE1820C3EE}"/>
              </a:ext>
            </a:extLst>
          </p:cNvPr>
          <p:cNvSpPr txBox="1"/>
          <p:nvPr/>
        </p:nvSpPr>
        <p:spPr>
          <a:xfrm>
            <a:off x="1248443" y="1795584"/>
            <a:ext cx="510992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en-US" altLang="ja-JP" sz="4400" b="1" dirty="0"/>
              <a:t>TODO</a:t>
            </a:r>
            <a:r>
              <a:rPr kumimoji="1" lang="ja-JP" altLang="en-US" sz="4000" b="1" dirty="0"/>
              <a:t>リストを作る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F68445-83C4-8083-15E9-A3828FCAB235}"/>
              </a:ext>
            </a:extLst>
          </p:cNvPr>
          <p:cNvSpPr txBox="1"/>
          <p:nvPr/>
        </p:nvSpPr>
        <p:spPr>
          <a:xfrm>
            <a:off x="1238611" y="4292975"/>
            <a:ext cx="75200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/>
              <a:t>・「シンプルさ」を意識した</a:t>
            </a:r>
          </a:p>
        </p:txBody>
      </p:sp>
    </p:spTree>
    <p:extLst>
      <p:ext uri="{BB962C8B-B14F-4D97-AF65-F5344CB8AC3E}">
        <p14:creationId xmlns:p14="http://schemas.microsoft.com/office/powerpoint/2010/main" val="155257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最優先する機能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余裕があれば実装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日時設定</a:t>
            </a:r>
            <a:endParaRPr kumimoji="1" lang="en-US" altLang="ja-JP" sz="2800" b="1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アカウント機能</a:t>
            </a:r>
            <a:endParaRPr kumimoji="1" lang="en-US" altLang="ja-JP" sz="20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カテゴリの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設定・区分</a:t>
            </a:r>
            <a:endParaRPr kumimoji="1" lang="en-US" altLang="ja-JP" sz="2800" b="1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ソート機能</a:t>
            </a:r>
            <a:endParaRPr kumimoji="1" lang="en-US" altLang="ja-JP" sz="2800" b="1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F40B-0DCA-8276-6D62-2C3AADFC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86ADDE-E18E-17C3-DB9A-72D2337013A4}"/>
              </a:ext>
            </a:extLst>
          </p:cNvPr>
          <p:cNvSpPr txBox="1">
            <a:spLocks/>
          </p:cNvSpPr>
          <p:nvPr/>
        </p:nvSpPr>
        <p:spPr>
          <a:xfrm>
            <a:off x="4874956" y="498987"/>
            <a:ext cx="2442087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機能説明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281983-FAB1-AE10-A205-12A7FE163574}"/>
              </a:ext>
            </a:extLst>
          </p:cNvPr>
          <p:cNvSpPr txBox="1"/>
          <p:nvPr/>
        </p:nvSpPr>
        <p:spPr>
          <a:xfrm>
            <a:off x="932426" y="1735394"/>
            <a:ext cx="11151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・内容、日時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、カテゴリ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を指定して、</a:t>
            </a: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リストに追加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3F3D26-2DC1-AA83-2D71-BC3A451BAC8F}"/>
              </a:ext>
            </a:extLst>
          </p:cNvPr>
          <p:cNvSpPr txBox="1"/>
          <p:nvPr/>
        </p:nvSpPr>
        <p:spPr>
          <a:xfrm>
            <a:off x="932426" y="3167390"/>
            <a:ext cx="84433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・新しい順、古い順、日時順、名前順にソート可能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F64986-CC73-3548-A1EF-352749189D7B}"/>
              </a:ext>
            </a:extLst>
          </p:cNvPr>
          <p:cNvSpPr txBox="1"/>
          <p:nvPr/>
        </p:nvSpPr>
        <p:spPr>
          <a:xfrm>
            <a:off x="932426" y="4599386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・カテゴリ毎に絞り込みができる</a:t>
            </a:r>
          </a:p>
        </p:txBody>
      </p:sp>
    </p:spTree>
    <p:extLst>
      <p:ext uri="{BB962C8B-B14F-4D97-AF65-F5344CB8AC3E}">
        <p14:creationId xmlns:p14="http://schemas.microsoft.com/office/powerpoint/2010/main" val="3382973414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147</TotalTime>
  <Words>90</Words>
  <Application>Microsoft Office PowerPoint</Application>
  <PresentationFormat>ワイド画面</PresentationFormat>
  <Paragraphs>19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7" baseType="lpstr">
      <vt:lpstr>Franklin Gothic Book</vt:lpstr>
      <vt:lpstr>トリミング</vt:lpstr>
      <vt:lpstr>todoリスト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7</cp:revision>
  <dcterms:created xsi:type="dcterms:W3CDTF">2026-05-13T01:49:33Z</dcterms:created>
  <dcterms:modified xsi:type="dcterms:W3CDTF">2026-06-12T07:49:56Z</dcterms:modified>
</cp:coreProperties>
</file>