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4" r:id="rId6"/>
    <p:sldId id="266" r:id="rId7"/>
    <p:sldId id="269" r:id="rId8"/>
    <p:sldId id="267" r:id="rId9"/>
    <p:sldId id="265" r:id="rId10"/>
    <p:sldId id="26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/>
              <a:t>Todo</a:t>
            </a:r>
            <a:r>
              <a:rPr lang="ja-JP" altLang="en-US" sz="8000" b="1" dirty="0"/>
              <a:t>管理アプリ</a:t>
            </a:r>
            <a:endParaRPr kumimoji="1" lang="ja-JP" altLang="en-US" b="1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74687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私自身が予定の管理が苦手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7520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400" b="1" dirty="0"/>
              <a:t>カテゴリの</a:t>
            </a:r>
            <a:endParaRPr kumimoji="1" lang="en-US" altLang="ja-JP" sz="24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設定・フィルタ</a:t>
            </a:r>
            <a:endParaRPr kumimoji="1" lang="en-US" altLang="ja-JP" sz="20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10238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・リストは新しい順、古い順、日時順、名前順にソート可能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・カテゴリ毎に絞り込み可能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E81AB-A396-FCF9-D83B-E8453EE5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AFE1F8-7C42-AE49-D46C-4098F04C2558}"/>
              </a:ext>
            </a:extLst>
          </p:cNvPr>
          <p:cNvSpPr txBox="1">
            <a:spLocks/>
          </p:cNvSpPr>
          <p:nvPr/>
        </p:nvSpPr>
        <p:spPr>
          <a:xfrm>
            <a:off x="4092215" y="515672"/>
            <a:ext cx="4117719" cy="75954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800" b="1" dirty="0"/>
              <a:t>AI</a:t>
            </a:r>
            <a:r>
              <a:rPr lang="ja-JP" altLang="en-US" b="1" dirty="0"/>
              <a:t>を使った部分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2C2245-4006-CFD5-ED63-7199E1DCA50A}"/>
              </a:ext>
            </a:extLst>
          </p:cNvPr>
          <p:cNvSpPr txBox="1"/>
          <p:nvPr/>
        </p:nvSpPr>
        <p:spPr>
          <a:xfrm>
            <a:off x="932427" y="2204218"/>
            <a:ext cx="58223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・アカウント機能周り全般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531D624-6275-B2F3-4A24-1F13EC1F295D}"/>
              </a:ext>
            </a:extLst>
          </p:cNvPr>
          <p:cNvSpPr txBox="1"/>
          <p:nvPr/>
        </p:nvSpPr>
        <p:spPr>
          <a:xfrm>
            <a:off x="923413" y="4317764"/>
            <a:ext cx="5831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・細かい質問やアドバイス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2951101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・今後似たようなものを作る際は他の機能にも</a:t>
            </a:r>
            <a:endParaRPr kumimoji="1" lang="en-US" altLang="ja-JP" sz="3600" b="1" dirty="0"/>
          </a:p>
          <a:p>
            <a:r>
              <a:rPr kumimoji="1" lang="ja-JP" altLang="en-US" sz="3600" b="1" dirty="0"/>
              <a:t>　挑戦してみたい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F219D8-B9CD-06AE-8F82-464D8E8D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9D81-6A05-7CAA-305B-3706D2BC0EFE}"/>
              </a:ext>
            </a:extLst>
          </p:cNvPr>
          <p:cNvSpPr txBox="1">
            <a:spLocks/>
          </p:cNvSpPr>
          <p:nvPr/>
        </p:nvSpPr>
        <p:spPr>
          <a:xfrm>
            <a:off x="3183808" y="508819"/>
            <a:ext cx="5824384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実装できなかった機能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6941E49-BE74-E401-B17A-683F87754CDC}"/>
              </a:ext>
            </a:extLst>
          </p:cNvPr>
          <p:cNvSpPr/>
          <p:nvPr/>
        </p:nvSpPr>
        <p:spPr>
          <a:xfrm>
            <a:off x="4296000" y="1835477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通知設定</a:t>
            </a:r>
          </a:p>
        </p:txBody>
      </p:sp>
    </p:spTree>
    <p:extLst>
      <p:ext uri="{BB962C8B-B14F-4D97-AF65-F5344CB8AC3E}">
        <p14:creationId xmlns:p14="http://schemas.microsoft.com/office/powerpoint/2010/main" val="353554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400</TotalTime>
  <Words>155</Words>
  <Application>Microsoft Office PowerPoint</Application>
  <PresentationFormat>ワイド画面</PresentationFormat>
  <Paragraphs>31</Paragraphs>
  <Slides>10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2" baseType="lpstr">
      <vt:lpstr>Franklin Gothic Book</vt:lpstr>
      <vt:lpstr>トリミング</vt:lpstr>
      <vt:lpstr>Todo管理アプリ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14</cp:revision>
  <dcterms:created xsi:type="dcterms:W3CDTF">2026-05-13T01:49:33Z</dcterms:created>
  <dcterms:modified xsi:type="dcterms:W3CDTF">2026-07-08T06:24:29Z</dcterms:modified>
</cp:coreProperties>
</file>